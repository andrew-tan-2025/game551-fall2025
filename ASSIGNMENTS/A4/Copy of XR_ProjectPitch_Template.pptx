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Roboto Thin"/>
      <p:regular r:id="rId23"/>
      <p:bold r:id="rId24"/>
      <p:italic r:id="rId25"/>
      <p:boldItalic r:id="rId26"/>
    </p:embeddedFont>
    <p:embeddedFont>
      <p:font typeface="Roboto"/>
      <p:regular r:id="rId27"/>
      <p:bold r:id="rId28"/>
      <p:italic r:id="rId29"/>
      <p:boldItalic r:id="rId30"/>
    </p:embeddedFont>
    <p:embeddedFont>
      <p:font typeface="Roboto Medium"/>
      <p:regular r:id="rId31"/>
      <p:bold r:id="rId32"/>
      <p:italic r:id="rId33"/>
      <p:boldItalic r:id="rId34"/>
    </p:embeddedFont>
    <p:embeddedFont>
      <p:font typeface="Roboto Mono Light"/>
      <p:regular r:id="rId35"/>
      <p:bold r:id="rId36"/>
      <p:italic r:id="rId37"/>
      <p:boldItalic r:id="rId38"/>
    </p:embeddedFont>
    <p:embeddedFont>
      <p:font typeface="Roboto Light"/>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jQhf0hOz9un7so+2CP4Q/22odu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Light-bold.fntdata"/><Relationship Id="rId20" Type="http://schemas.openxmlformats.org/officeDocument/2006/relationships/slide" Target="slides/slide16.xml"/><Relationship Id="rId42" Type="http://schemas.openxmlformats.org/officeDocument/2006/relationships/font" Target="fonts/RobotoLight-boldItalic.fntdata"/><Relationship Id="rId41" Type="http://schemas.openxmlformats.org/officeDocument/2006/relationships/font" Target="fonts/RobotoLight-italic.fntdata"/><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font" Target="fonts/RobotoThin-bold.fntdata"/><Relationship Id="rId23" Type="http://schemas.openxmlformats.org/officeDocument/2006/relationships/font" Target="fonts/RobotoThin-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Thin-boldItalic.fntdata"/><Relationship Id="rId25" Type="http://schemas.openxmlformats.org/officeDocument/2006/relationships/font" Target="fonts/RobotoThin-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Medium-regular.fntdata"/><Relationship Id="rId30" Type="http://schemas.openxmlformats.org/officeDocument/2006/relationships/font" Target="fonts/Roboto-boldItalic.fntdata"/><Relationship Id="rId11" Type="http://schemas.openxmlformats.org/officeDocument/2006/relationships/slide" Target="slides/slide7.xml"/><Relationship Id="rId33" Type="http://schemas.openxmlformats.org/officeDocument/2006/relationships/font" Target="fonts/RobotoMedium-italic.fntdata"/><Relationship Id="rId10" Type="http://schemas.openxmlformats.org/officeDocument/2006/relationships/slide" Target="slides/slide6.xml"/><Relationship Id="rId32" Type="http://schemas.openxmlformats.org/officeDocument/2006/relationships/font" Target="fonts/RobotoMedium-bold.fntdata"/><Relationship Id="rId13" Type="http://schemas.openxmlformats.org/officeDocument/2006/relationships/slide" Target="slides/slide9.xml"/><Relationship Id="rId35" Type="http://schemas.openxmlformats.org/officeDocument/2006/relationships/font" Target="fonts/RobotoMonoLight-regular.fntdata"/><Relationship Id="rId12" Type="http://schemas.openxmlformats.org/officeDocument/2006/relationships/slide" Target="slides/slide8.xml"/><Relationship Id="rId34" Type="http://schemas.openxmlformats.org/officeDocument/2006/relationships/font" Target="fonts/RobotoMedium-boldItalic.fntdata"/><Relationship Id="rId15" Type="http://schemas.openxmlformats.org/officeDocument/2006/relationships/slide" Target="slides/slide11.xml"/><Relationship Id="rId37" Type="http://schemas.openxmlformats.org/officeDocument/2006/relationships/font" Target="fonts/RobotoMonoLight-italic.fntdata"/><Relationship Id="rId14" Type="http://schemas.openxmlformats.org/officeDocument/2006/relationships/slide" Target="slides/slide10.xml"/><Relationship Id="rId36" Type="http://schemas.openxmlformats.org/officeDocument/2006/relationships/font" Target="fonts/RobotoMonoLight-bold.fntdata"/><Relationship Id="rId17" Type="http://schemas.openxmlformats.org/officeDocument/2006/relationships/slide" Target="slides/slide13.xml"/><Relationship Id="rId39" Type="http://schemas.openxmlformats.org/officeDocument/2006/relationships/font" Target="fonts/RobotoLight-regular.fntdata"/><Relationship Id="rId16" Type="http://schemas.openxmlformats.org/officeDocument/2006/relationships/slide" Target="slides/slide12.xml"/><Relationship Id="rId38" Type="http://schemas.openxmlformats.org/officeDocument/2006/relationships/font" Target="fonts/RobotoMonoLight-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Roboto"/>
              <a:buNone/>
            </a:pPr>
            <a:r>
              <a:rPr b="1" lang="en-US">
                <a:solidFill>
                  <a:schemeClr val="dk1"/>
                </a:solidFill>
                <a:latin typeface="Roboto"/>
                <a:ea typeface="Roboto"/>
                <a:cs typeface="Roboto"/>
                <a:sym typeface="Roboto"/>
              </a:rPr>
              <a:t>What is the core concept? What’s the big Idea? What are the trailer moments</a:t>
            </a:r>
            <a:endParaRPr b="1">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Calibri"/>
              <a:buNone/>
            </a:pPr>
            <a:r>
              <a:t/>
            </a:r>
            <a:endParaRPr>
              <a:solidFill>
                <a:schemeClr val="dk1"/>
              </a:solidFill>
              <a:latin typeface="Roboto Light"/>
              <a:ea typeface="Roboto Light"/>
              <a:cs typeface="Roboto Light"/>
              <a:sym typeface="Roboto Light"/>
            </a:endParaRPr>
          </a:p>
          <a:p>
            <a:pPr indent="0" lvl="0" marL="0" rtl="0" algn="l">
              <a:lnSpc>
                <a:spcPct val="100000"/>
              </a:lnSpc>
              <a:spcBef>
                <a:spcPts val="0"/>
              </a:spcBef>
              <a:spcAft>
                <a:spcPts val="0"/>
              </a:spcAft>
              <a:buClr>
                <a:schemeClr val="dk1"/>
              </a:buClr>
              <a:buSzPts val="1400"/>
              <a:buFont typeface="Roboto Light"/>
              <a:buNone/>
            </a:pPr>
            <a:r>
              <a:rPr lang="en-US">
                <a:solidFill>
                  <a:schemeClr val="dk1"/>
                </a:solidFill>
                <a:latin typeface="Roboto Light"/>
                <a:ea typeface="Roboto Light"/>
                <a:cs typeface="Roboto Light"/>
                <a:sym typeface="Roboto Light"/>
              </a:rPr>
              <a:t>When [INCITING INCIDENT OCCURS]...</a:t>
            </a:r>
            <a:endParaRPr>
              <a:solidFill>
                <a:schemeClr val="dk1"/>
              </a:solidFill>
              <a:latin typeface="Roboto Light"/>
              <a:ea typeface="Roboto Light"/>
              <a:cs typeface="Roboto Light"/>
              <a:sym typeface="Roboto Light"/>
            </a:endParaRPr>
          </a:p>
          <a:p>
            <a:pPr indent="0" lvl="0" marL="0" rtl="0" algn="l">
              <a:lnSpc>
                <a:spcPct val="100000"/>
              </a:lnSpc>
              <a:spcBef>
                <a:spcPts val="0"/>
              </a:spcBef>
              <a:spcAft>
                <a:spcPts val="0"/>
              </a:spcAft>
              <a:buClr>
                <a:schemeClr val="dk1"/>
              </a:buClr>
              <a:buSzPts val="1400"/>
              <a:buFont typeface="Roboto Light"/>
              <a:buNone/>
            </a:pPr>
            <a:r>
              <a:rPr lang="en-US">
                <a:solidFill>
                  <a:schemeClr val="dk1"/>
                </a:solidFill>
                <a:latin typeface="Roboto Light"/>
                <a:ea typeface="Roboto Light"/>
                <a:cs typeface="Roboto Light"/>
                <a:sym typeface="Roboto Light"/>
              </a:rPr>
              <a:t>A [CHARACTER TYPE]...Must [OBJECTIVE]...</a:t>
            </a:r>
            <a:endParaRPr>
              <a:solidFill>
                <a:schemeClr val="dk1"/>
              </a:solidFill>
              <a:latin typeface="Roboto Light"/>
              <a:ea typeface="Roboto Light"/>
              <a:cs typeface="Roboto Light"/>
              <a:sym typeface="Roboto Light"/>
            </a:endParaRPr>
          </a:p>
          <a:p>
            <a:pPr indent="0" lvl="0" marL="0" rtl="0" algn="l">
              <a:lnSpc>
                <a:spcPct val="100000"/>
              </a:lnSpc>
              <a:spcBef>
                <a:spcPts val="0"/>
              </a:spcBef>
              <a:spcAft>
                <a:spcPts val="0"/>
              </a:spcAft>
              <a:buClr>
                <a:schemeClr val="dk1"/>
              </a:buClr>
              <a:buSzPts val="1400"/>
              <a:buFont typeface="Roboto Light"/>
              <a:buNone/>
            </a:pPr>
            <a:r>
              <a:rPr lang="en-US">
                <a:solidFill>
                  <a:schemeClr val="dk1"/>
                </a:solidFill>
                <a:latin typeface="Roboto Light"/>
                <a:ea typeface="Roboto Light"/>
                <a:cs typeface="Roboto Light"/>
                <a:sym typeface="Roboto Light"/>
              </a:rPr>
              <a:t>Before [STAKES].</a:t>
            </a:r>
            <a:endParaRPr>
              <a:solidFill>
                <a:schemeClr val="dk1"/>
              </a:solidFill>
              <a:latin typeface="Roboto Light"/>
              <a:ea typeface="Roboto Light"/>
              <a:cs typeface="Roboto Light"/>
              <a:sym typeface="Roboto Light"/>
            </a:endParaRPr>
          </a:p>
          <a:p>
            <a:pPr indent="0" lvl="0" marL="0" rtl="0" algn="l">
              <a:lnSpc>
                <a:spcPct val="100000"/>
              </a:lnSpc>
              <a:spcBef>
                <a:spcPts val="0"/>
              </a:spcBef>
              <a:spcAft>
                <a:spcPts val="0"/>
              </a:spcAft>
              <a:buClr>
                <a:schemeClr val="dk1"/>
              </a:buClr>
              <a:buSzPts val="1400"/>
              <a:buFont typeface="Calibri"/>
              <a:buNone/>
            </a:pPr>
            <a:r>
              <a:t/>
            </a:r>
            <a:endParaRPr>
              <a:solidFill>
                <a:schemeClr val="dk1"/>
              </a:solidFill>
              <a:latin typeface="Roboto Light"/>
              <a:ea typeface="Roboto Light"/>
              <a:cs typeface="Roboto Light"/>
              <a:sym typeface="Roboto Light"/>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latin typeface="Roboto Light"/>
                <a:ea typeface="Roboto Light"/>
                <a:cs typeface="Roboto Light"/>
                <a:sym typeface="Roboto Light"/>
              </a:rPr>
              <a:t>Examples:</a:t>
            </a:r>
            <a:endParaRPr>
              <a:solidFill>
                <a:schemeClr val="dk1"/>
              </a:solidFill>
              <a:latin typeface="Roboto Light"/>
              <a:ea typeface="Roboto Light"/>
              <a:cs typeface="Roboto Light"/>
              <a:sym typeface="Roboto Light"/>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latin typeface="Roboto"/>
                <a:ea typeface="Roboto"/>
                <a:cs typeface="Roboto"/>
                <a:sym typeface="Roboto"/>
              </a:rPr>
              <a:t>Good Will Hunting</a:t>
            </a:r>
            <a:r>
              <a:rPr lang="en-US" sz="1200">
                <a:solidFill>
                  <a:schemeClr val="dk1"/>
                </a:solidFill>
                <a:latin typeface="Roboto Light"/>
                <a:ea typeface="Roboto Light"/>
                <a:cs typeface="Roboto Light"/>
                <a:sym typeface="Roboto Light"/>
              </a:rPr>
              <a:t> - </a:t>
            </a:r>
            <a:r>
              <a:rPr lang="en-US" sz="1200">
                <a:solidFill>
                  <a:schemeClr val="dk1"/>
                </a:solidFill>
                <a:latin typeface="Roboto"/>
                <a:ea typeface="Roboto"/>
                <a:cs typeface="Roboto"/>
                <a:sym typeface="Roboto"/>
              </a:rPr>
              <a:t>A young janitor at M.I.T. has a gift for mathematics but needs help from a psychologist to find direction in his life.</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Roboto"/>
              <a:buNone/>
            </a:pPr>
            <a:r>
              <a:rPr b="1" lang="en-US" sz="1200">
                <a:solidFill>
                  <a:schemeClr val="dk1"/>
                </a:solidFill>
                <a:latin typeface="Roboto"/>
                <a:ea typeface="Roboto"/>
                <a:cs typeface="Roboto"/>
                <a:sym typeface="Roboto"/>
              </a:rPr>
              <a:t>Toy Story</a:t>
            </a:r>
            <a:r>
              <a:rPr lang="en-US" sz="1200">
                <a:solidFill>
                  <a:schemeClr val="dk1"/>
                </a:solidFill>
                <a:latin typeface="Roboto"/>
                <a:ea typeface="Roboto"/>
                <a:cs typeface="Roboto"/>
                <a:sym typeface="Roboto"/>
              </a:rPr>
              <a:t> - </a:t>
            </a:r>
            <a:r>
              <a:rPr lang="en-US">
                <a:solidFill>
                  <a:schemeClr val="dk1"/>
                </a:solidFill>
                <a:latin typeface="Roboto Light"/>
                <a:ea typeface="Roboto Light"/>
                <a:cs typeface="Roboto Light"/>
                <a:sym typeface="Roboto Light"/>
              </a:rPr>
              <a:t>Examples:</a:t>
            </a:r>
            <a:endParaRPr>
              <a:solidFill>
                <a:schemeClr val="dk1"/>
              </a:solidFill>
              <a:latin typeface="Roboto Light"/>
              <a:ea typeface="Roboto Light"/>
              <a:cs typeface="Roboto Light"/>
              <a:sym typeface="Roboto Light"/>
            </a:endParaRPr>
          </a:p>
          <a:p>
            <a:pPr indent="0" lvl="0" marL="0" rtl="0" algn="l">
              <a:lnSpc>
                <a:spcPct val="100000"/>
              </a:lnSpc>
              <a:spcBef>
                <a:spcPts val="0"/>
              </a:spcBef>
              <a:spcAft>
                <a:spcPts val="0"/>
              </a:spcAft>
              <a:buClr>
                <a:schemeClr val="dk1"/>
              </a:buClr>
              <a:buSzPts val="1400"/>
              <a:buFont typeface="Roboto"/>
              <a:buNone/>
            </a:pPr>
            <a:r>
              <a:rPr b="1" lang="en-US" sz="1200">
                <a:solidFill>
                  <a:schemeClr val="dk1"/>
                </a:solidFill>
                <a:latin typeface="Roboto"/>
                <a:ea typeface="Roboto"/>
                <a:cs typeface="Roboto"/>
                <a:sym typeface="Roboto"/>
              </a:rPr>
              <a:t>Good Will Hunting</a:t>
            </a:r>
            <a:r>
              <a:rPr lang="en-US" sz="1200">
                <a:solidFill>
                  <a:schemeClr val="dk1"/>
                </a:solidFill>
                <a:latin typeface="Roboto Light"/>
                <a:ea typeface="Roboto Light"/>
                <a:cs typeface="Roboto Light"/>
                <a:sym typeface="Roboto Light"/>
              </a:rPr>
              <a:t> - </a:t>
            </a:r>
            <a:r>
              <a:rPr lang="en-US" sz="1200">
                <a:solidFill>
                  <a:schemeClr val="dk1"/>
                </a:solidFill>
                <a:latin typeface="Roboto"/>
                <a:ea typeface="Roboto"/>
                <a:cs typeface="Roboto"/>
                <a:sym typeface="Roboto"/>
              </a:rPr>
              <a:t>A young janitor at M.I.T. has a gift for mathematics but needs help from a psychologist to find direction in his life.</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latin typeface="Roboto"/>
                <a:ea typeface="Roboto"/>
                <a:cs typeface="Roboto"/>
                <a:sym typeface="Roboto"/>
              </a:rPr>
              <a:t>Toy Story</a:t>
            </a:r>
            <a:r>
              <a:rPr lang="en-US" sz="1200">
                <a:solidFill>
                  <a:schemeClr val="dk1"/>
                </a:solidFill>
                <a:latin typeface="Roboto"/>
                <a:ea typeface="Roboto"/>
                <a:cs typeface="Roboto"/>
                <a:sym typeface="Roboto"/>
              </a:rPr>
              <a:t> - </a:t>
            </a:r>
            <a:r>
              <a:rPr lang="en-US" sz="1200">
                <a:solidFill>
                  <a:schemeClr val="dk1"/>
                </a:solidFill>
              </a:rPr>
              <a:t>A cowboy doll is profoundly threatened and jealous when a new spaceman figure supplants him as top toy in a boy's room.doll is profoundly threatened and jealous when a new spaceman figure supplants him as top toy in a boy's room.</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200">
                <a:solidFill>
                  <a:schemeClr val="dk1"/>
                </a:solidFill>
                <a:latin typeface="Roboto Light"/>
                <a:ea typeface="Roboto Light"/>
                <a:cs typeface="Roboto Light"/>
                <a:sym typeface="Roboto Light"/>
              </a:rPr>
              <a:t>Provide a brief summary of your story’s core concept.</a:t>
            </a:r>
            <a:endParaRPr sz="8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a brief description on how your film is something you connect with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a:t>Provide a list or description of the visual effects you are planning on using (optional)</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a brief description of which genre best fits your film. Feel free to populate it with some image examples.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a brief description of the mood or atmosphere of your film.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some image references for the tone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a list of musical references that best fit your film.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a list of different sound designs that might best fit your film.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a link or images to your storyboard or previz frames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a brief description of your character (age, personality traits, physical appearance) and pick some good reference images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Provide a brief description of there your film will take place. One location or multiple locations, indoor or outdoors?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This could be any anything you are inspired by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0"/>
          <p:cNvSpPr txBox="1"/>
          <p:nvPr>
            <p:ph type="title"/>
          </p:nvPr>
        </p:nvSpPr>
        <p:spPr>
          <a:xfrm>
            <a:off x="415600" y="386200"/>
            <a:ext cx="11360800" cy="76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200"/>
              <a:buFont typeface="Calibri"/>
              <a:buNone/>
              <a:defRPr sz="4267"/>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20"/>
          <p:cNvSpPr txBox="1"/>
          <p:nvPr>
            <p:ph idx="1" type="body"/>
          </p:nvPr>
        </p:nvSpPr>
        <p:spPr>
          <a:xfrm>
            <a:off x="415600" y="1602700"/>
            <a:ext cx="11360800" cy="4555200"/>
          </a:xfrm>
          <a:prstGeom prst="rect">
            <a:avLst/>
          </a:prstGeom>
          <a:noFill/>
          <a:ln>
            <a:noFill/>
          </a:ln>
        </p:spPr>
        <p:txBody>
          <a:bodyPr anchorCtr="0" anchor="t" bIns="91425" lIns="91425" spcFirstLastPara="1" rIns="91425" wrap="square" tIns="0">
            <a:noAutofit/>
          </a:bodyPr>
          <a:lstStyle>
            <a:lvl1pPr indent="-342900" lvl="0" marL="457200" algn="l">
              <a:lnSpc>
                <a:spcPct val="100000"/>
              </a:lnSpc>
              <a:spcBef>
                <a:spcPts val="0"/>
              </a:spcBef>
              <a:spcAft>
                <a:spcPts val="0"/>
              </a:spcAft>
              <a:buClr>
                <a:schemeClr val="dk1"/>
              </a:buClr>
              <a:buSzPts val="1800"/>
              <a:buChar char="●"/>
              <a:defRPr/>
            </a:lvl1pPr>
            <a:lvl2pPr indent="-317500" lvl="1" marL="914400" algn="l">
              <a:lnSpc>
                <a:spcPct val="100000"/>
              </a:lnSpc>
              <a:spcBef>
                <a:spcPts val="0"/>
              </a:spcBef>
              <a:spcAft>
                <a:spcPts val="0"/>
              </a:spcAft>
              <a:buClr>
                <a:schemeClr val="dk1"/>
              </a:buClr>
              <a:buSzPts val="1400"/>
              <a:buChar char="●"/>
              <a:defRPr/>
            </a:lvl2pPr>
            <a:lvl3pPr indent="-317500" lvl="2" marL="1371600" algn="l">
              <a:lnSpc>
                <a:spcPct val="100000"/>
              </a:lnSpc>
              <a:spcBef>
                <a:spcPts val="0"/>
              </a:spcBef>
              <a:spcAft>
                <a:spcPts val="0"/>
              </a:spcAft>
              <a:buClr>
                <a:schemeClr val="dk1"/>
              </a:buClr>
              <a:buSzPts val="1400"/>
              <a:buChar char="●"/>
              <a:defRPr/>
            </a:lvl3pPr>
            <a:lvl4pPr indent="-317500" lvl="3" marL="1828800" algn="l">
              <a:lnSpc>
                <a:spcPct val="100000"/>
              </a:lnSpc>
              <a:spcBef>
                <a:spcPts val="0"/>
              </a:spcBef>
              <a:spcAft>
                <a:spcPts val="0"/>
              </a:spcAft>
              <a:buClr>
                <a:schemeClr val="dk1"/>
              </a:buClr>
              <a:buSzPts val="1400"/>
              <a:buChar char="●"/>
              <a:defRPr/>
            </a:lvl4pPr>
            <a:lvl5pPr indent="-304800" lvl="4" marL="2286000" algn="l">
              <a:lnSpc>
                <a:spcPct val="100000"/>
              </a:lnSpc>
              <a:spcBef>
                <a:spcPts val="0"/>
              </a:spcBef>
              <a:spcAft>
                <a:spcPts val="0"/>
              </a:spcAft>
              <a:buClr>
                <a:schemeClr val="dk1"/>
              </a:buClr>
              <a:buSzPts val="1200"/>
              <a:buChar char="●"/>
              <a:defRPr/>
            </a:lvl5pPr>
            <a:lvl6pPr indent="-304800" lvl="5" marL="2743200" algn="l">
              <a:lnSpc>
                <a:spcPct val="100000"/>
              </a:lnSpc>
              <a:spcBef>
                <a:spcPts val="0"/>
              </a:spcBef>
              <a:spcAft>
                <a:spcPts val="0"/>
              </a:spcAft>
              <a:buClr>
                <a:schemeClr val="dk1"/>
              </a:buClr>
              <a:buSzPts val="1200"/>
              <a:buChar char="●"/>
              <a:defRPr/>
            </a:lvl6pPr>
            <a:lvl7pPr indent="-292100" lvl="6" marL="3200400" algn="l">
              <a:lnSpc>
                <a:spcPct val="100000"/>
              </a:lnSpc>
              <a:spcBef>
                <a:spcPts val="0"/>
              </a:spcBef>
              <a:spcAft>
                <a:spcPts val="0"/>
              </a:spcAft>
              <a:buClr>
                <a:schemeClr val="dk1"/>
              </a:buClr>
              <a:buSzPts val="1000"/>
              <a:buChar char="●"/>
              <a:defRPr/>
            </a:lvl7pPr>
            <a:lvl8pPr indent="-292100" lvl="7" marL="3657600" algn="l">
              <a:lnSpc>
                <a:spcPct val="100000"/>
              </a:lnSpc>
              <a:spcBef>
                <a:spcPts val="0"/>
              </a:spcBef>
              <a:spcAft>
                <a:spcPts val="0"/>
              </a:spcAft>
              <a:buClr>
                <a:schemeClr val="dk1"/>
              </a:buClr>
              <a:buSzPts val="1000"/>
              <a:buChar char="●"/>
              <a:defRPr/>
            </a:lvl8pPr>
            <a:lvl9pPr indent="-292100" lvl="8" marL="4114800" algn="l">
              <a:lnSpc>
                <a:spcPct val="100000"/>
              </a:lnSpc>
              <a:spcBef>
                <a:spcPts val="0"/>
              </a:spcBef>
              <a:spcAft>
                <a:spcPts val="0"/>
              </a:spcAft>
              <a:buClr>
                <a:schemeClr val="dk1"/>
              </a:buClr>
              <a:buSzPts val="1000"/>
              <a:buChar char="●"/>
              <a:defRPr/>
            </a:lvl9pPr>
          </a:lstStyle>
          <a:p/>
        </p:txBody>
      </p:sp>
      <p:sp>
        <p:nvSpPr>
          <p:cNvPr id="18" name="Google Shape;18;p20"/>
          <p:cNvSpPr txBox="1"/>
          <p:nvPr>
            <p:ph idx="2"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subtitle">
  <p:cSld name="Section header - subtitle">
    <p:spTree>
      <p:nvGrpSpPr>
        <p:cNvPr id="19" name="Shape 19"/>
        <p:cNvGrpSpPr/>
        <p:nvPr/>
      </p:nvGrpSpPr>
      <p:grpSpPr>
        <a:xfrm>
          <a:off x="0" y="0"/>
          <a:ext cx="0" cy="0"/>
          <a:chOff x="0" y="0"/>
          <a:chExt cx="0" cy="0"/>
        </a:xfrm>
      </p:grpSpPr>
      <p:sp>
        <p:nvSpPr>
          <p:cNvPr id="20" name="Google Shape;20;p21"/>
          <p:cNvSpPr txBox="1"/>
          <p:nvPr>
            <p:ph type="title"/>
          </p:nvPr>
        </p:nvSpPr>
        <p:spPr>
          <a:xfrm>
            <a:off x="415600" y="2476584"/>
            <a:ext cx="11360800" cy="112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4800"/>
              <a:buFont typeface="Calibri"/>
              <a:buNone/>
              <a:defRPr sz="6400"/>
            </a:lvl1pPr>
            <a:lvl2pPr lvl="1" algn="ctr">
              <a:lnSpc>
                <a:spcPct val="100000"/>
              </a:lnSpc>
              <a:spcBef>
                <a:spcPts val="0"/>
              </a:spcBef>
              <a:spcAft>
                <a:spcPts val="0"/>
              </a:spcAft>
              <a:buSzPts val="3600"/>
              <a:buFont typeface="Roboto Thin"/>
              <a:buNone/>
              <a:defRPr sz="4800">
                <a:latin typeface="Roboto Thin"/>
                <a:ea typeface="Roboto Thin"/>
                <a:cs typeface="Roboto Thin"/>
                <a:sym typeface="Roboto Thin"/>
              </a:defRPr>
            </a:lvl2pPr>
            <a:lvl3pPr lvl="2" algn="ctr">
              <a:lnSpc>
                <a:spcPct val="100000"/>
              </a:lnSpc>
              <a:spcBef>
                <a:spcPts val="0"/>
              </a:spcBef>
              <a:spcAft>
                <a:spcPts val="0"/>
              </a:spcAft>
              <a:buSzPts val="3600"/>
              <a:buFont typeface="Roboto Thin"/>
              <a:buNone/>
              <a:defRPr sz="4800">
                <a:latin typeface="Roboto Thin"/>
                <a:ea typeface="Roboto Thin"/>
                <a:cs typeface="Roboto Thin"/>
                <a:sym typeface="Roboto Thin"/>
              </a:defRPr>
            </a:lvl3pPr>
            <a:lvl4pPr lvl="3" algn="ctr">
              <a:lnSpc>
                <a:spcPct val="100000"/>
              </a:lnSpc>
              <a:spcBef>
                <a:spcPts val="0"/>
              </a:spcBef>
              <a:spcAft>
                <a:spcPts val="0"/>
              </a:spcAft>
              <a:buSzPts val="3600"/>
              <a:buFont typeface="Roboto Thin"/>
              <a:buNone/>
              <a:defRPr sz="4800">
                <a:latin typeface="Roboto Thin"/>
                <a:ea typeface="Roboto Thin"/>
                <a:cs typeface="Roboto Thin"/>
                <a:sym typeface="Roboto Thin"/>
              </a:defRPr>
            </a:lvl4pPr>
            <a:lvl5pPr lvl="4" algn="ctr">
              <a:lnSpc>
                <a:spcPct val="100000"/>
              </a:lnSpc>
              <a:spcBef>
                <a:spcPts val="0"/>
              </a:spcBef>
              <a:spcAft>
                <a:spcPts val="0"/>
              </a:spcAft>
              <a:buSzPts val="3600"/>
              <a:buFont typeface="Roboto Thin"/>
              <a:buNone/>
              <a:defRPr sz="4800">
                <a:latin typeface="Roboto Thin"/>
                <a:ea typeface="Roboto Thin"/>
                <a:cs typeface="Roboto Thin"/>
                <a:sym typeface="Roboto Thin"/>
              </a:defRPr>
            </a:lvl5pPr>
            <a:lvl6pPr lvl="5" algn="ctr">
              <a:lnSpc>
                <a:spcPct val="100000"/>
              </a:lnSpc>
              <a:spcBef>
                <a:spcPts val="0"/>
              </a:spcBef>
              <a:spcAft>
                <a:spcPts val="0"/>
              </a:spcAft>
              <a:buSzPts val="3600"/>
              <a:buFont typeface="Roboto Thin"/>
              <a:buNone/>
              <a:defRPr sz="4800">
                <a:latin typeface="Roboto Thin"/>
                <a:ea typeface="Roboto Thin"/>
                <a:cs typeface="Roboto Thin"/>
                <a:sym typeface="Roboto Thin"/>
              </a:defRPr>
            </a:lvl6pPr>
            <a:lvl7pPr lvl="6" algn="ctr">
              <a:lnSpc>
                <a:spcPct val="100000"/>
              </a:lnSpc>
              <a:spcBef>
                <a:spcPts val="0"/>
              </a:spcBef>
              <a:spcAft>
                <a:spcPts val="0"/>
              </a:spcAft>
              <a:buSzPts val="3600"/>
              <a:buFont typeface="Roboto Thin"/>
              <a:buNone/>
              <a:defRPr sz="4800">
                <a:latin typeface="Roboto Thin"/>
                <a:ea typeface="Roboto Thin"/>
                <a:cs typeface="Roboto Thin"/>
                <a:sym typeface="Roboto Thin"/>
              </a:defRPr>
            </a:lvl7pPr>
            <a:lvl8pPr lvl="7" algn="ctr">
              <a:lnSpc>
                <a:spcPct val="100000"/>
              </a:lnSpc>
              <a:spcBef>
                <a:spcPts val="0"/>
              </a:spcBef>
              <a:spcAft>
                <a:spcPts val="0"/>
              </a:spcAft>
              <a:buSzPts val="3600"/>
              <a:buFont typeface="Roboto Thin"/>
              <a:buNone/>
              <a:defRPr sz="4800">
                <a:latin typeface="Roboto Thin"/>
                <a:ea typeface="Roboto Thin"/>
                <a:cs typeface="Roboto Thin"/>
                <a:sym typeface="Roboto Thin"/>
              </a:defRPr>
            </a:lvl8pPr>
            <a:lvl9pPr lvl="8" algn="ctr">
              <a:lnSpc>
                <a:spcPct val="100000"/>
              </a:lnSpc>
              <a:spcBef>
                <a:spcPts val="0"/>
              </a:spcBef>
              <a:spcAft>
                <a:spcPts val="0"/>
              </a:spcAft>
              <a:buSzPts val="3600"/>
              <a:buFont typeface="Roboto Thin"/>
              <a:buNone/>
              <a:defRPr sz="4800">
                <a:latin typeface="Roboto Thin"/>
                <a:ea typeface="Roboto Thin"/>
                <a:cs typeface="Roboto Thin"/>
                <a:sym typeface="Roboto Thin"/>
              </a:defRPr>
            </a:lvl9pPr>
          </a:lstStyle>
          <a:p/>
        </p:txBody>
      </p:sp>
      <p:sp>
        <p:nvSpPr>
          <p:cNvPr id="21" name="Google Shape;21;p21"/>
          <p:cNvSpPr txBox="1"/>
          <p:nvPr>
            <p:ph idx="1" type="subTitle"/>
          </p:nvPr>
        </p:nvSpPr>
        <p:spPr>
          <a:xfrm>
            <a:off x="2188800" y="3700584"/>
            <a:ext cx="7814400" cy="7824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Clr>
                <a:schemeClr val="dk1"/>
              </a:buClr>
              <a:buSzPts val="1800"/>
              <a:buNone/>
              <a:defRPr sz="2667">
                <a:latin typeface="Roboto Mono Light"/>
                <a:ea typeface="Roboto Mono Light"/>
                <a:cs typeface="Roboto Mono Light"/>
                <a:sym typeface="Roboto Mono Light"/>
              </a:defRPr>
            </a:lvl1pPr>
            <a:lvl2pPr lvl="1" algn="ctr">
              <a:lnSpc>
                <a:spcPct val="100000"/>
              </a:lnSpc>
              <a:spcBef>
                <a:spcPts val="2133"/>
              </a:spcBef>
              <a:spcAft>
                <a:spcPts val="0"/>
              </a:spcAft>
              <a:buClr>
                <a:schemeClr val="dk1"/>
              </a:buClr>
              <a:buSzPts val="1400"/>
              <a:buNone/>
              <a:defRPr>
                <a:latin typeface="Roboto Thin"/>
                <a:ea typeface="Roboto Thin"/>
                <a:cs typeface="Roboto Thin"/>
                <a:sym typeface="Roboto Thin"/>
              </a:defRPr>
            </a:lvl2pPr>
            <a:lvl3pPr lvl="2" algn="ctr">
              <a:lnSpc>
                <a:spcPct val="100000"/>
              </a:lnSpc>
              <a:spcBef>
                <a:spcPts val="2133"/>
              </a:spcBef>
              <a:spcAft>
                <a:spcPts val="0"/>
              </a:spcAft>
              <a:buClr>
                <a:schemeClr val="dk1"/>
              </a:buClr>
              <a:buSzPts val="1400"/>
              <a:buNone/>
              <a:defRPr>
                <a:latin typeface="Roboto Thin"/>
                <a:ea typeface="Roboto Thin"/>
                <a:cs typeface="Roboto Thin"/>
                <a:sym typeface="Roboto Thin"/>
              </a:defRPr>
            </a:lvl3pPr>
            <a:lvl4pPr lvl="3" algn="ctr">
              <a:lnSpc>
                <a:spcPct val="100000"/>
              </a:lnSpc>
              <a:spcBef>
                <a:spcPts val="2133"/>
              </a:spcBef>
              <a:spcAft>
                <a:spcPts val="0"/>
              </a:spcAft>
              <a:buClr>
                <a:schemeClr val="dk1"/>
              </a:buClr>
              <a:buSzPts val="1400"/>
              <a:buNone/>
              <a:defRPr>
                <a:latin typeface="Roboto Thin"/>
                <a:ea typeface="Roboto Thin"/>
                <a:cs typeface="Roboto Thin"/>
                <a:sym typeface="Roboto Thin"/>
              </a:defRPr>
            </a:lvl4pPr>
            <a:lvl5pPr lvl="4" algn="ctr">
              <a:lnSpc>
                <a:spcPct val="100000"/>
              </a:lnSpc>
              <a:spcBef>
                <a:spcPts val="2133"/>
              </a:spcBef>
              <a:spcAft>
                <a:spcPts val="0"/>
              </a:spcAft>
              <a:buClr>
                <a:schemeClr val="dk1"/>
              </a:buClr>
              <a:buSzPts val="1200"/>
              <a:buNone/>
              <a:defRPr>
                <a:latin typeface="Roboto Thin"/>
                <a:ea typeface="Roboto Thin"/>
                <a:cs typeface="Roboto Thin"/>
                <a:sym typeface="Roboto Thin"/>
              </a:defRPr>
            </a:lvl5pPr>
            <a:lvl6pPr lvl="5" algn="ctr">
              <a:lnSpc>
                <a:spcPct val="100000"/>
              </a:lnSpc>
              <a:spcBef>
                <a:spcPts val="2133"/>
              </a:spcBef>
              <a:spcAft>
                <a:spcPts val="0"/>
              </a:spcAft>
              <a:buClr>
                <a:schemeClr val="dk1"/>
              </a:buClr>
              <a:buSzPts val="1200"/>
              <a:buNone/>
              <a:defRPr>
                <a:latin typeface="Roboto Thin"/>
                <a:ea typeface="Roboto Thin"/>
                <a:cs typeface="Roboto Thin"/>
                <a:sym typeface="Roboto Thin"/>
              </a:defRPr>
            </a:lvl6pPr>
            <a:lvl7pPr lvl="6" algn="ctr">
              <a:lnSpc>
                <a:spcPct val="100000"/>
              </a:lnSpc>
              <a:spcBef>
                <a:spcPts val="2133"/>
              </a:spcBef>
              <a:spcAft>
                <a:spcPts val="0"/>
              </a:spcAft>
              <a:buClr>
                <a:schemeClr val="dk1"/>
              </a:buClr>
              <a:buSzPts val="1000"/>
              <a:buNone/>
              <a:defRPr>
                <a:latin typeface="Roboto Thin"/>
                <a:ea typeface="Roboto Thin"/>
                <a:cs typeface="Roboto Thin"/>
                <a:sym typeface="Roboto Thin"/>
              </a:defRPr>
            </a:lvl7pPr>
            <a:lvl8pPr lvl="7" algn="ctr">
              <a:lnSpc>
                <a:spcPct val="100000"/>
              </a:lnSpc>
              <a:spcBef>
                <a:spcPts val="2133"/>
              </a:spcBef>
              <a:spcAft>
                <a:spcPts val="0"/>
              </a:spcAft>
              <a:buClr>
                <a:schemeClr val="dk1"/>
              </a:buClr>
              <a:buSzPts val="1000"/>
              <a:buNone/>
              <a:defRPr>
                <a:latin typeface="Roboto Thin"/>
                <a:ea typeface="Roboto Thin"/>
                <a:cs typeface="Roboto Thin"/>
                <a:sym typeface="Roboto Thin"/>
              </a:defRPr>
            </a:lvl8pPr>
            <a:lvl9pPr lvl="8" algn="ctr">
              <a:lnSpc>
                <a:spcPct val="100000"/>
              </a:lnSpc>
              <a:spcBef>
                <a:spcPts val="2133"/>
              </a:spcBef>
              <a:spcAft>
                <a:spcPts val="2133"/>
              </a:spcAft>
              <a:buClr>
                <a:schemeClr val="dk1"/>
              </a:buClr>
              <a:buSzPts val="1000"/>
              <a:buNone/>
              <a:defRPr>
                <a:latin typeface="Roboto Thin"/>
                <a:ea typeface="Roboto Thin"/>
                <a:cs typeface="Roboto Thin"/>
                <a:sym typeface="Roboto Thin"/>
              </a:defRPr>
            </a:lvl9pPr>
          </a:lstStyle>
          <a:p/>
        </p:txBody>
      </p:sp>
      <p:sp>
        <p:nvSpPr>
          <p:cNvPr id="22" name="Google Shape;22;p21"/>
          <p:cNvSpPr txBox="1"/>
          <p:nvPr>
            <p:ph idx="2"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image (landscape screenshot)">
  <p:cSld name="Title and body + image (landscape screenshot)">
    <p:spTree>
      <p:nvGrpSpPr>
        <p:cNvPr id="23" name="Shape 23"/>
        <p:cNvGrpSpPr/>
        <p:nvPr/>
      </p:nvGrpSpPr>
      <p:grpSpPr>
        <a:xfrm>
          <a:off x="0" y="0"/>
          <a:ext cx="0" cy="0"/>
          <a:chOff x="0" y="0"/>
          <a:chExt cx="0" cy="0"/>
        </a:xfrm>
      </p:grpSpPr>
      <p:sp>
        <p:nvSpPr>
          <p:cNvPr id="24" name="Google Shape;24;p22"/>
          <p:cNvSpPr txBox="1"/>
          <p:nvPr>
            <p:ph type="title"/>
          </p:nvPr>
        </p:nvSpPr>
        <p:spPr>
          <a:xfrm>
            <a:off x="415600" y="386200"/>
            <a:ext cx="11360800" cy="76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200"/>
              <a:buFont typeface="Calibri"/>
              <a:buNone/>
              <a:defRPr sz="4267"/>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22"/>
          <p:cNvSpPr txBox="1"/>
          <p:nvPr>
            <p:ph idx="1" type="body"/>
          </p:nvPr>
        </p:nvSpPr>
        <p:spPr>
          <a:xfrm>
            <a:off x="415600" y="1602700"/>
            <a:ext cx="11360800" cy="4555200"/>
          </a:xfrm>
          <a:prstGeom prst="rect">
            <a:avLst/>
          </a:prstGeom>
          <a:noFill/>
          <a:ln>
            <a:noFill/>
          </a:ln>
        </p:spPr>
        <p:txBody>
          <a:bodyPr anchorCtr="0" anchor="t" bIns="91425" lIns="91425" spcFirstLastPara="1" rIns="91425" wrap="square" tIns="0">
            <a:noAutofit/>
          </a:bodyPr>
          <a:lstStyle>
            <a:lvl1pPr indent="-342900" lvl="0" marL="457200" algn="l">
              <a:lnSpc>
                <a:spcPct val="100000"/>
              </a:lnSpc>
              <a:spcBef>
                <a:spcPts val="0"/>
              </a:spcBef>
              <a:spcAft>
                <a:spcPts val="0"/>
              </a:spcAft>
              <a:buClr>
                <a:schemeClr val="dk1"/>
              </a:buClr>
              <a:buSzPts val="1800"/>
              <a:buChar char="●"/>
              <a:defRPr/>
            </a:lvl1pPr>
            <a:lvl2pPr indent="-317500" lvl="1" marL="914400" algn="l">
              <a:lnSpc>
                <a:spcPct val="100000"/>
              </a:lnSpc>
              <a:spcBef>
                <a:spcPts val="0"/>
              </a:spcBef>
              <a:spcAft>
                <a:spcPts val="0"/>
              </a:spcAft>
              <a:buClr>
                <a:schemeClr val="dk1"/>
              </a:buClr>
              <a:buSzPts val="1400"/>
              <a:buChar char="●"/>
              <a:defRPr/>
            </a:lvl2pPr>
            <a:lvl3pPr indent="-317500" lvl="2" marL="1371600" algn="l">
              <a:lnSpc>
                <a:spcPct val="100000"/>
              </a:lnSpc>
              <a:spcBef>
                <a:spcPts val="0"/>
              </a:spcBef>
              <a:spcAft>
                <a:spcPts val="0"/>
              </a:spcAft>
              <a:buClr>
                <a:schemeClr val="dk1"/>
              </a:buClr>
              <a:buSzPts val="1400"/>
              <a:buChar char="●"/>
              <a:defRPr/>
            </a:lvl3pPr>
            <a:lvl4pPr indent="-317500" lvl="3" marL="1828800" algn="l">
              <a:lnSpc>
                <a:spcPct val="100000"/>
              </a:lnSpc>
              <a:spcBef>
                <a:spcPts val="0"/>
              </a:spcBef>
              <a:spcAft>
                <a:spcPts val="0"/>
              </a:spcAft>
              <a:buClr>
                <a:schemeClr val="dk1"/>
              </a:buClr>
              <a:buSzPts val="1400"/>
              <a:buChar char="●"/>
              <a:defRPr/>
            </a:lvl4pPr>
            <a:lvl5pPr indent="-304800" lvl="4" marL="2286000" algn="l">
              <a:lnSpc>
                <a:spcPct val="100000"/>
              </a:lnSpc>
              <a:spcBef>
                <a:spcPts val="0"/>
              </a:spcBef>
              <a:spcAft>
                <a:spcPts val="0"/>
              </a:spcAft>
              <a:buClr>
                <a:schemeClr val="dk1"/>
              </a:buClr>
              <a:buSzPts val="1200"/>
              <a:buChar char="●"/>
              <a:defRPr/>
            </a:lvl5pPr>
            <a:lvl6pPr indent="-304800" lvl="5" marL="2743200" algn="l">
              <a:lnSpc>
                <a:spcPct val="100000"/>
              </a:lnSpc>
              <a:spcBef>
                <a:spcPts val="0"/>
              </a:spcBef>
              <a:spcAft>
                <a:spcPts val="0"/>
              </a:spcAft>
              <a:buClr>
                <a:schemeClr val="dk1"/>
              </a:buClr>
              <a:buSzPts val="1200"/>
              <a:buChar char="●"/>
              <a:defRPr/>
            </a:lvl6pPr>
            <a:lvl7pPr indent="-292100" lvl="6" marL="3200400" algn="l">
              <a:lnSpc>
                <a:spcPct val="100000"/>
              </a:lnSpc>
              <a:spcBef>
                <a:spcPts val="0"/>
              </a:spcBef>
              <a:spcAft>
                <a:spcPts val="0"/>
              </a:spcAft>
              <a:buClr>
                <a:schemeClr val="dk1"/>
              </a:buClr>
              <a:buSzPts val="1000"/>
              <a:buChar char="●"/>
              <a:defRPr/>
            </a:lvl7pPr>
            <a:lvl8pPr indent="-292100" lvl="7" marL="3657600" algn="l">
              <a:lnSpc>
                <a:spcPct val="100000"/>
              </a:lnSpc>
              <a:spcBef>
                <a:spcPts val="0"/>
              </a:spcBef>
              <a:spcAft>
                <a:spcPts val="0"/>
              </a:spcAft>
              <a:buClr>
                <a:schemeClr val="dk1"/>
              </a:buClr>
              <a:buSzPts val="1000"/>
              <a:buChar char="●"/>
              <a:defRPr/>
            </a:lvl8pPr>
            <a:lvl9pPr indent="-292100" lvl="8" marL="4114800" algn="l">
              <a:lnSpc>
                <a:spcPct val="100000"/>
              </a:lnSpc>
              <a:spcBef>
                <a:spcPts val="0"/>
              </a:spcBef>
              <a:spcAft>
                <a:spcPts val="0"/>
              </a:spcAft>
              <a:buClr>
                <a:schemeClr val="dk1"/>
              </a:buClr>
              <a:buSzPts val="1000"/>
              <a:buChar char="●"/>
              <a:defRPr/>
            </a:lvl9pPr>
          </a:lstStyle>
          <a:p/>
        </p:txBody>
      </p:sp>
      <p:sp>
        <p:nvSpPr>
          <p:cNvPr id="26" name="Google Shape;26;p22"/>
          <p:cNvSpPr txBox="1"/>
          <p:nvPr>
            <p:ph idx="2"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
        <p:nvSpPr>
          <p:cNvPr id="27" name="Google Shape;27;p22"/>
          <p:cNvSpPr/>
          <p:nvPr>
            <p:ph idx="3" type="pic"/>
          </p:nvPr>
        </p:nvSpPr>
        <p:spPr>
          <a:xfrm>
            <a:off x="6096000" y="2010500"/>
            <a:ext cx="5680800" cy="31956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portrait images">
  <p:cSld name="Title + 3 portrait images">
    <p:spTree>
      <p:nvGrpSpPr>
        <p:cNvPr id="28" name="Shape 28"/>
        <p:cNvGrpSpPr/>
        <p:nvPr/>
      </p:nvGrpSpPr>
      <p:grpSpPr>
        <a:xfrm>
          <a:off x="0" y="0"/>
          <a:ext cx="0" cy="0"/>
          <a:chOff x="0" y="0"/>
          <a:chExt cx="0" cy="0"/>
        </a:xfrm>
      </p:grpSpPr>
      <p:sp>
        <p:nvSpPr>
          <p:cNvPr id="29" name="Google Shape;29;p23"/>
          <p:cNvSpPr txBox="1"/>
          <p:nvPr>
            <p:ph type="title"/>
          </p:nvPr>
        </p:nvSpPr>
        <p:spPr>
          <a:xfrm>
            <a:off x="415600" y="386200"/>
            <a:ext cx="11360800" cy="76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200"/>
              <a:buFont typeface="Calibri"/>
              <a:buNone/>
              <a:defRPr sz="4267"/>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3"/>
          <p:cNvSpPr txBox="1"/>
          <p:nvPr>
            <p:ph idx="1"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
        <p:nvSpPr>
          <p:cNvPr id="31" name="Google Shape;31;p23"/>
          <p:cNvSpPr/>
          <p:nvPr>
            <p:ph idx="2" type="pic"/>
          </p:nvPr>
        </p:nvSpPr>
        <p:spPr>
          <a:xfrm>
            <a:off x="4315700" y="1602700"/>
            <a:ext cx="3567600" cy="4555200"/>
          </a:xfrm>
          <a:prstGeom prst="rect">
            <a:avLst/>
          </a:prstGeom>
          <a:noFill/>
          <a:ln>
            <a:noFill/>
          </a:ln>
        </p:spPr>
      </p:sp>
      <p:sp>
        <p:nvSpPr>
          <p:cNvPr id="32" name="Google Shape;32;p23"/>
          <p:cNvSpPr/>
          <p:nvPr>
            <p:ph idx="3" type="pic"/>
          </p:nvPr>
        </p:nvSpPr>
        <p:spPr>
          <a:xfrm>
            <a:off x="571100" y="1602700"/>
            <a:ext cx="3567600" cy="4555200"/>
          </a:xfrm>
          <a:prstGeom prst="rect">
            <a:avLst/>
          </a:prstGeom>
          <a:noFill/>
          <a:ln>
            <a:noFill/>
          </a:ln>
        </p:spPr>
      </p:sp>
      <p:sp>
        <p:nvSpPr>
          <p:cNvPr id="33" name="Google Shape;33;p23"/>
          <p:cNvSpPr/>
          <p:nvPr>
            <p:ph idx="4" type="pic"/>
          </p:nvPr>
        </p:nvSpPr>
        <p:spPr>
          <a:xfrm>
            <a:off x="8060300" y="1602700"/>
            <a:ext cx="3567600" cy="45552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24"/>
          <p:cNvSpPr txBox="1"/>
          <p:nvPr>
            <p:ph type="title"/>
          </p:nvPr>
        </p:nvSpPr>
        <p:spPr>
          <a:xfrm>
            <a:off x="415600" y="386200"/>
            <a:ext cx="11360800" cy="76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200"/>
              <a:buFont typeface="Calibri"/>
              <a:buNone/>
              <a:defRPr sz="4267"/>
            </a:lvl1pPr>
            <a:lvl2pPr lvl="1" algn="l">
              <a:lnSpc>
                <a:spcPct val="100000"/>
              </a:lnSpc>
              <a:spcBef>
                <a:spcPts val="0"/>
              </a:spcBef>
              <a:spcAft>
                <a:spcPts val="0"/>
              </a:spcAft>
              <a:buSzPts val="3000"/>
              <a:buNone/>
              <a:defRPr sz="4000"/>
            </a:lvl2pPr>
            <a:lvl3pPr lvl="2" algn="l">
              <a:lnSpc>
                <a:spcPct val="100000"/>
              </a:lnSpc>
              <a:spcBef>
                <a:spcPts val="0"/>
              </a:spcBef>
              <a:spcAft>
                <a:spcPts val="0"/>
              </a:spcAft>
              <a:buSzPts val="3000"/>
              <a:buNone/>
              <a:defRPr sz="4000"/>
            </a:lvl3pPr>
            <a:lvl4pPr lvl="3" algn="l">
              <a:lnSpc>
                <a:spcPct val="100000"/>
              </a:lnSpc>
              <a:spcBef>
                <a:spcPts val="0"/>
              </a:spcBef>
              <a:spcAft>
                <a:spcPts val="0"/>
              </a:spcAft>
              <a:buSzPts val="3000"/>
              <a:buNone/>
              <a:defRPr sz="4000"/>
            </a:lvl4pPr>
            <a:lvl5pPr lvl="4" algn="l">
              <a:lnSpc>
                <a:spcPct val="100000"/>
              </a:lnSpc>
              <a:spcBef>
                <a:spcPts val="0"/>
              </a:spcBef>
              <a:spcAft>
                <a:spcPts val="0"/>
              </a:spcAft>
              <a:buSzPts val="3000"/>
              <a:buNone/>
              <a:defRPr sz="4000"/>
            </a:lvl5pPr>
            <a:lvl6pPr lvl="5" algn="l">
              <a:lnSpc>
                <a:spcPct val="100000"/>
              </a:lnSpc>
              <a:spcBef>
                <a:spcPts val="0"/>
              </a:spcBef>
              <a:spcAft>
                <a:spcPts val="0"/>
              </a:spcAft>
              <a:buSzPts val="3000"/>
              <a:buNone/>
              <a:defRPr sz="4000"/>
            </a:lvl6pPr>
            <a:lvl7pPr lvl="6" algn="l">
              <a:lnSpc>
                <a:spcPct val="100000"/>
              </a:lnSpc>
              <a:spcBef>
                <a:spcPts val="0"/>
              </a:spcBef>
              <a:spcAft>
                <a:spcPts val="0"/>
              </a:spcAft>
              <a:buSzPts val="3000"/>
              <a:buNone/>
              <a:defRPr sz="4000"/>
            </a:lvl7pPr>
            <a:lvl8pPr lvl="7" algn="l">
              <a:lnSpc>
                <a:spcPct val="100000"/>
              </a:lnSpc>
              <a:spcBef>
                <a:spcPts val="0"/>
              </a:spcBef>
              <a:spcAft>
                <a:spcPts val="0"/>
              </a:spcAft>
              <a:buSzPts val="3000"/>
              <a:buNone/>
              <a:defRPr sz="4000"/>
            </a:lvl8pPr>
            <a:lvl9pPr lvl="8" algn="l">
              <a:lnSpc>
                <a:spcPct val="100000"/>
              </a:lnSpc>
              <a:spcBef>
                <a:spcPts val="0"/>
              </a:spcBef>
              <a:spcAft>
                <a:spcPts val="0"/>
              </a:spcAft>
              <a:buSzPts val="3000"/>
              <a:buNone/>
              <a:defRPr sz="4000"/>
            </a:lvl9pPr>
          </a:lstStyle>
          <a:p/>
        </p:txBody>
      </p:sp>
      <p:sp>
        <p:nvSpPr>
          <p:cNvPr id="36" name="Google Shape;36;p24"/>
          <p:cNvSpPr txBox="1"/>
          <p:nvPr>
            <p:ph idx="1" type="body"/>
          </p:nvPr>
        </p:nvSpPr>
        <p:spPr>
          <a:xfrm>
            <a:off x="415600" y="1602467"/>
            <a:ext cx="5333200" cy="4555200"/>
          </a:xfrm>
          <a:prstGeom prst="rect">
            <a:avLst/>
          </a:prstGeom>
          <a:noFill/>
          <a:ln>
            <a:noFill/>
          </a:ln>
        </p:spPr>
        <p:txBody>
          <a:bodyPr anchorCtr="0" anchor="t" bIns="91425" lIns="91425" spcFirstLastPara="1" rIns="91425" wrap="square" tIns="0">
            <a:noAutofit/>
          </a:bodyPr>
          <a:lstStyle>
            <a:lvl1pPr indent="-342900" lvl="0" marL="457200" algn="l">
              <a:lnSpc>
                <a:spcPct val="100000"/>
              </a:lnSpc>
              <a:spcBef>
                <a:spcPts val="0"/>
              </a:spcBef>
              <a:spcAft>
                <a:spcPts val="0"/>
              </a:spcAft>
              <a:buClr>
                <a:schemeClr val="dk1"/>
              </a:buClr>
              <a:buSzPts val="1800"/>
              <a:buChar char="●"/>
              <a:defRPr/>
            </a:lvl1pPr>
            <a:lvl2pPr indent="-317500" lvl="1" marL="914400" algn="l">
              <a:lnSpc>
                <a:spcPct val="100000"/>
              </a:lnSpc>
              <a:spcBef>
                <a:spcPts val="0"/>
              </a:spcBef>
              <a:spcAft>
                <a:spcPts val="0"/>
              </a:spcAft>
              <a:buClr>
                <a:schemeClr val="dk1"/>
              </a:buClr>
              <a:buSzPts val="1400"/>
              <a:buChar char="●"/>
              <a:defRPr/>
            </a:lvl2pPr>
            <a:lvl3pPr indent="-317500" lvl="2" marL="1371600" algn="l">
              <a:lnSpc>
                <a:spcPct val="100000"/>
              </a:lnSpc>
              <a:spcBef>
                <a:spcPts val="0"/>
              </a:spcBef>
              <a:spcAft>
                <a:spcPts val="0"/>
              </a:spcAft>
              <a:buClr>
                <a:schemeClr val="dk1"/>
              </a:buClr>
              <a:buSzPts val="1400"/>
              <a:buChar char="●"/>
              <a:defRPr/>
            </a:lvl3pPr>
            <a:lvl4pPr indent="-317500" lvl="3" marL="1828800" algn="l">
              <a:lnSpc>
                <a:spcPct val="100000"/>
              </a:lnSpc>
              <a:spcBef>
                <a:spcPts val="0"/>
              </a:spcBef>
              <a:spcAft>
                <a:spcPts val="0"/>
              </a:spcAft>
              <a:buClr>
                <a:schemeClr val="dk1"/>
              </a:buClr>
              <a:buSzPts val="1400"/>
              <a:buChar char="●"/>
              <a:defRPr/>
            </a:lvl4pPr>
            <a:lvl5pPr indent="-304800" lvl="4" marL="2286000" algn="l">
              <a:lnSpc>
                <a:spcPct val="100000"/>
              </a:lnSpc>
              <a:spcBef>
                <a:spcPts val="0"/>
              </a:spcBef>
              <a:spcAft>
                <a:spcPts val="0"/>
              </a:spcAft>
              <a:buClr>
                <a:schemeClr val="dk1"/>
              </a:buClr>
              <a:buSzPts val="1200"/>
              <a:buChar char="●"/>
              <a:defRPr sz="1600"/>
            </a:lvl5pPr>
            <a:lvl6pPr indent="-304800" lvl="5" marL="2743200" algn="l">
              <a:lnSpc>
                <a:spcPct val="100000"/>
              </a:lnSpc>
              <a:spcBef>
                <a:spcPts val="0"/>
              </a:spcBef>
              <a:spcAft>
                <a:spcPts val="0"/>
              </a:spcAft>
              <a:buClr>
                <a:schemeClr val="dk1"/>
              </a:buClr>
              <a:buSzPts val="1200"/>
              <a:buChar char="●"/>
              <a:defRPr sz="1600"/>
            </a:lvl6pPr>
            <a:lvl7pPr indent="-292100" lvl="6" marL="3200400" algn="l">
              <a:lnSpc>
                <a:spcPct val="100000"/>
              </a:lnSpc>
              <a:spcBef>
                <a:spcPts val="0"/>
              </a:spcBef>
              <a:spcAft>
                <a:spcPts val="0"/>
              </a:spcAft>
              <a:buClr>
                <a:schemeClr val="dk1"/>
              </a:buClr>
              <a:buSzPts val="1000"/>
              <a:buChar char="●"/>
              <a:defRPr/>
            </a:lvl7pPr>
            <a:lvl8pPr indent="-292100" lvl="7" marL="3657600" algn="l">
              <a:lnSpc>
                <a:spcPct val="100000"/>
              </a:lnSpc>
              <a:spcBef>
                <a:spcPts val="0"/>
              </a:spcBef>
              <a:spcAft>
                <a:spcPts val="0"/>
              </a:spcAft>
              <a:buClr>
                <a:schemeClr val="dk1"/>
              </a:buClr>
              <a:buSzPts val="1000"/>
              <a:buChar char="●"/>
              <a:defRPr/>
            </a:lvl8pPr>
            <a:lvl9pPr indent="-292100" lvl="8" marL="4114800" algn="l">
              <a:lnSpc>
                <a:spcPct val="100000"/>
              </a:lnSpc>
              <a:spcBef>
                <a:spcPts val="0"/>
              </a:spcBef>
              <a:spcAft>
                <a:spcPts val="0"/>
              </a:spcAft>
              <a:buClr>
                <a:schemeClr val="dk1"/>
              </a:buClr>
              <a:buSzPts val="1000"/>
              <a:buChar char="●"/>
              <a:defRPr/>
            </a:lvl9pPr>
          </a:lstStyle>
          <a:p/>
        </p:txBody>
      </p:sp>
      <p:sp>
        <p:nvSpPr>
          <p:cNvPr id="37" name="Google Shape;37;p24"/>
          <p:cNvSpPr txBox="1"/>
          <p:nvPr>
            <p:ph idx="2" type="body"/>
          </p:nvPr>
        </p:nvSpPr>
        <p:spPr>
          <a:xfrm>
            <a:off x="6443200" y="1602467"/>
            <a:ext cx="5333200" cy="4555200"/>
          </a:xfrm>
          <a:prstGeom prst="rect">
            <a:avLst/>
          </a:prstGeom>
          <a:noFill/>
          <a:ln>
            <a:noFill/>
          </a:ln>
        </p:spPr>
        <p:txBody>
          <a:bodyPr anchorCtr="0" anchor="t" bIns="91425" lIns="91425" spcFirstLastPara="1" rIns="91425" wrap="square" tIns="0">
            <a:noAutofit/>
          </a:bodyPr>
          <a:lstStyle>
            <a:lvl1pPr indent="-342900" lvl="0" marL="457200" algn="l">
              <a:lnSpc>
                <a:spcPct val="100000"/>
              </a:lnSpc>
              <a:spcBef>
                <a:spcPts val="0"/>
              </a:spcBef>
              <a:spcAft>
                <a:spcPts val="0"/>
              </a:spcAft>
              <a:buClr>
                <a:schemeClr val="dk1"/>
              </a:buClr>
              <a:buSzPts val="1800"/>
              <a:buChar char="●"/>
              <a:defRPr/>
            </a:lvl1pPr>
            <a:lvl2pPr indent="-317500" lvl="1" marL="914400" algn="l">
              <a:lnSpc>
                <a:spcPct val="100000"/>
              </a:lnSpc>
              <a:spcBef>
                <a:spcPts val="0"/>
              </a:spcBef>
              <a:spcAft>
                <a:spcPts val="0"/>
              </a:spcAft>
              <a:buClr>
                <a:schemeClr val="dk1"/>
              </a:buClr>
              <a:buSzPts val="1400"/>
              <a:buChar char="●"/>
              <a:defRPr/>
            </a:lvl2pPr>
            <a:lvl3pPr indent="-317500" lvl="2" marL="1371600" algn="l">
              <a:lnSpc>
                <a:spcPct val="100000"/>
              </a:lnSpc>
              <a:spcBef>
                <a:spcPts val="0"/>
              </a:spcBef>
              <a:spcAft>
                <a:spcPts val="0"/>
              </a:spcAft>
              <a:buClr>
                <a:schemeClr val="dk1"/>
              </a:buClr>
              <a:buSzPts val="1400"/>
              <a:buChar char="●"/>
              <a:defRPr/>
            </a:lvl3pPr>
            <a:lvl4pPr indent="-317500" lvl="3" marL="1828800" algn="l">
              <a:lnSpc>
                <a:spcPct val="100000"/>
              </a:lnSpc>
              <a:spcBef>
                <a:spcPts val="0"/>
              </a:spcBef>
              <a:spcAft>
                <a:spcPts val="0"/>
              </a:spcAft>
              <a:buClr>
                <a:schemeClr val="dk1"/>
              </a:buClr>
              <a:buSzPts val="1400"/>
              <a:buChar char="●"/>
              <a:defRPr/>
            </a:lvl4pPr>
            <a:lvl5pPr indent="-304800" lvl="4" marL="2286000" algn="l">
              <a:lnSpc>
                <a:spcPct val="100000"/>
              </a:lnSpc>
              <a:spcBef>
                <a:spcPts val="0"/>
              </a:spcBef>
              <a:spcAft>
                <a:spcPts val="0"/>
              </a:spcAft>
              <a:buClr>
                <a:schemeClr val="dk1"/>
              </a:buClr>
              <a:buSzPts val="1200"/>
              <a:buChar char="●"/>
              <a:defRPr sz="1600"/>
            </a:lvl5pPr>
            <a:lvl6pPr indent="-304800" lvl="5" marL="2743200" algn="l">
              <a:lnSpc>
                <a:spcPct val="100000"/>
              </a:lnSpc>
              <a:spcBef>
                <a:spcPts val="0"/>
              </a:spcBef>
              <a:spcAft>
                <a:spcPts val="0"/>
              </a:spcAft>
              <a:buClr>
                <a:schemeClr val="dk1"/>
              </a:buClr>
              <a:buSzPts val="1200"/>
              <a:buChar char="●"/>
              <a:defRPr sz="1600"/>
            </a:lvl6pPr>
            <a:lvl7pPr indent="-292100" lvl="6" marL="3200400" algn="l">
              <a:lnSpc>
                <a:spcPct val="100000"/>
              </a:lnSpc>
              <a:spcBef>
                <a:spcPts val="0"/>
              </a:spcBef>
              <a:spcAft>
                <a:spcPts val="0"/>
              </a:spcAft>
              <a:buClr>
                <a:schemeClr val="dk1"/>
              </a:buClr>
              <a:buSzPts val="1000"/>
              <a:buChar char="●"/>
              <a:defRPr/>
            </a:lvl7pPr>
            <a:lvl8pPr indent="-292100" lvl="7" marL="3657600" algn="l">
              <a:lnSpc>
                <a:spcPct val="100000"/>
              </a:lnSpc>
              <a:spcBef>
                <a:spcPts val="0"/>
              </a:spcBef>
              <a:spcAft>
                <a:spcPts val="0"/>
              </a:spcAft>
              <a:buClr>
                <a:schemeClr val="dk1"/>
              </a:buClr>
              <a:buSzPts val="1000"/>
              <a:buChar char="●"/>
              <a:defRPr/>
            </a:lvl8pPr>
            <a:lvl9pPr indent="-292100" lvl="8" marL="4114800" algn="l">
              <a:lnSpc>
                <a:spcPct val="100000"/>
              </a:lnSpc>
              <a:spcBef>
                <a:spcPts val="0"/>
              </a:spcBef>
              <a:spcAft>
                <a:spcPts val="0"/>
              </a:spcAft>
              <a:buClr>
                <a:schemeClr val="dk1"/>
              </a:buClr>
              <a:buSzPts val="1000"/>
              <a:buChar char="●"/>
              <a:defRPr/>
            </a:lvl9pPr>
          </a:lstStyle>
          <a:p/>
        </p:txBody>
      </p:sp>
      <p:sp>
        <p:nvSpPr>
          <p:cNvPr id="38" name="Google Shape;38;p24"/>
          <p:cNvSpPr txBox="1"/>
          <p:nvPr>
            <p:ph idx="3"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image (3 image collage)">
  <p:cSld name="Title and body + image (3 image collage)">
    <p:spTree>
      <p:nvGrpSpPr>
        <p:cNvPr id="39" name="Shape 39"/>
        <p:cNvGrpSpPr/>
        <p:nvPr/>
      </p:nvGrpSpPr>
      <p:grpSpPr>
        <a:xfrm>
          <a:off x="0" y="0"/>
          <a:ext cx="0" cy="0"/>
          <a:chOff x="0" y="0"/>
          <a:chExt cx="0" cy="0"/>
        </a:xfrm>
      </p:grpSpPr>
      <p:sp>
        <p:nvSpPr>
          <p:cNvPr id="40" name="Google Shape;40;p25"/>
          <p:cNvSpPr txBox="1"/>
          <p:nvPr>
            <p:ph type="title"/>
          </p:nvPr>
        </p:nvSpPr>
        <p:spPr>
          <a:xfrm>
            <a:off x="415600" y="386200"/>
            <a:ext cx="11360800" cy="76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200"/>
              <a:buFont typeface="Calibri"/>
              <a:buNone/>
              <a:defRPr sz="4267"/>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25"/>
          <p:cNvSpPr txBox="1"/>
          <p:nvPr>
            <p:ph idx="1" type="body"/>
          </p:nvPr>
        </p:nvSpPr>
        <p:spPr>
          <a:xfrm>
            <a:off x="415600" y="1602700"/>
            <a:ext cx="5536000" cy="4555200"/>
          </a:xfrm>
          <a:prstGeom prst="rect">
            <a:avLst/>
          </a:prstGeom>
          <a:noFill/>
          <a:ln>
            <a:noFill/>
          </a:ln>
        </p:spPr>
        <p:txBody>
          <a:bodyPr anchorCtr="0" anchor="t" bIns="91425" lIns="91425" spcFirstLastPara="1" rIns="91425" wrap="square" tIns="0">
            <a:noAutofit/>
          </a:bodyPr>
          <a:lstStyle>
            <a:lvl1pPr indent="-342900" lvl="0" marL="457200" algn="l">
              <a:lnSpc>
                <a:spcPct val="100000"/>
              </a:lnSpc>
              <a:spcBef>
                <a:spcPts val="0"/>
              </a:spcBef>
              <a:spcAft>
                <a:spcPts val="0"/>
              </a:spcAft>
              <a:buClr>
                <a:schemeClr val="dk1"/>
              </a:buClr>
              <a:buSzPts val="1800"/>
              <a:buChar char="●"/>
              <a:defRPr/>
            </a:lvl1pPr>
            <a:lvl2pPr indent="-317500" lvl="1" marL="914400" algn="l">
              <a:lnSpc>
                <a:spcPct val="100000"/>
              </a:lnSpc>
              <a:spcBef>
                <a:spcPts val="0"/>
              </a:spcBef>
              <a:spcAft>
                <a:spcPts val="0"/>
              </a:spcAft>
              <a:buClr>
                <a:schemeClr val="dk1"/>
              </a:buClr>
              <a:buSzPts val="1400"/>
              <a:buChar char="●"/>
              <a:defRPr/>
            </a:lvl2pPr>
            <a:lvl3pPr indent="-317500" lvl="2" marL="1371600" algn="l">
              <a:lnSpc>
                <a:spcPct val="100000"/>
              </a:lnSpc>
              <a:spcBef>
                <a:spcPts val="0"/>
              </a:spcBef>
              <a:spcAft>
                <a:spcPts val="0"/>
              </a:spcAft>
              <a:buClr>
                <a:schemeClr val="dk1"/>
              </a:buClr>
              <a:buSzPts val="1400"/>
              <a:buChar char="●"/>
              <a:defRPr/>
            </a:lvl3pPr>
            <a:lvl4pPr indent="-317500" lvl="3" marL="1828800" algn="l">
              <a:lnSpc>
                <a:spcPct val="100000"/>
              </a:lnSpc>
              <a:spcBef>
                <a:spcPts val="0"/>
              </a:spcBef>
              <a:spcAft>
                <a:spcPts val="0"/>
              </a:spcAft>
              <a:buClr>
                <a:schemeClr val="dk1"/>
              </a:buClr>
              <a:buSzPts val="1400"/>
              <a:buChar char="●"/>
              <a:defRPr/>
            </a:lvl4pPr>
            <a:lvl5pPr indent="-304800" lvl="4" marL="2286000" algn="l">
              <a:lnSpc>
                <a:spcPct val="100000"/>
              </a:lnSpc>
              <a:spcBef>
                <a:spcPts val="0"/>
              </a:spcBef>
              <a:spcAft>
                <a:spcPts val="0"/>
              </a:spcAft>
              <a:buClr>
                <a:schemeClr val="dk1"/>
              </a:buClr>
              <a:buSzPts val="1200"/>
              <a:buChar char="●"/>
              <a:defRPr/>
            </a:lvl5pPr>
            <a:lvl6pPr indent="-304800" lvl="5" marL="2743200" algn="l">
              <a:lnSpc>
                <a:spcPct val="100000"/>
              </a:lnSpc>
              <a:spcBef>
                <a:spcPts val="0"/>
              </a:spcBef>
              <a:spcAft>
                <a:spcPts val="0"/>
              </a:spcAft>
              <a:buClr>
                <a:schemeClr val="dk1"/>
              </a:buClr>
              <a:buSzPts val="1200"/>
              <a:buChar char="●"/>
              <a:defRPr/>
            </a:lvl6pPr>
            <a:lvl7pPr indent="-292100" lvl="6" marL="3200400" algn="l">
              <a:lnSpc>
                <a:spcPct val="100000"/>
              </a:lnSpc>
              <a:spcBef>
                <a:spcPts val="0"/>
              </a:spcBef>
              <a:spcAft>
                <a:spcPts val="0"/>
              </a:spcAft>
              <a:buClr>
                <a:schemeClr val="dk1"/>
              </a:buClr>
              <a:buSzPts val="1000"/>
              <a:buChar char="●"/>
              <a:defRPr/>
            </a:lvl7pPr>
            <a:lvl8pPr indent="-292100" lvl="7" marL="3657600" algn="l">
              <a:lnSpc>
                <a:spcPct val="100000"/>
              </a:lnSpc>
              <a:spcBef>
                <a:spcPts val="0"/>
              </a:spcBef>
              <a:spcAft>
                <a:spcPts val="0"/>
              </a:spcAft>
              <a:buClr>
                <a:schemeClr val="dk1"/>
              </a:buClr>
              <a:buSzPts val="1000"/>
              <a:buChar char="●"/>
              <a:defRPr/>
            </a:lvl8pPr>
            <a:lvl9pPr indent="-292100" lvl="8" marL="4114800" algn="l">
              <a:lnSpc>
                <a:spcPct val="100000"/>
              </a:lnSpc>
              <a:spcBef>
                <a:spcPts val="0"/>
              </a:spcBef>
              <a:spcAft>
                <a:spcPts val="0"/>
              </a:spcAft>
              <a:buClr>
                <a:schemeClr val="dk1"/>
              </a:buClr>
              <a:buSzPts val="1000"/>
              <a:buChar char="●"/>
              <a:defRPr/>
            </a:lvl9pPr>
          </a:lstStyle>
          <a:p/>
        </p:txBody>
      </p:sp>
      <p:sp>
        <p:nvSpPr>
          <p:cNvPr id="42" name="Google Shape;42;p25"/>
          <p:cNvSpPr txBox="1"/>
          <p:nvPr>
            <p:ph idx="2"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
        <p:nvSpPr>
          <p:cNvPr id="43" name="Google Shape;43;p25"/>
          <p:cNvSpPr/>
          <p:nvPr>
            <p:ph idx="3" type="pic"/>
          </p:nvPr>
        </p:nvSpPr>
        <p:spPr>
          <a:xfrm>
            <a:off x="6096100" y="1602467"/>
            <a:ext cx="1978800" cy="2013200"/>
          </a:xfrm>
          <a:prstGeom prst="rect">
            <a:avLst/>
          </a:prstGeom>
          <a:noFill/>
          <a:ln>
            <a:noFill/>
          </a:ln>
        </p:spPr>
      </p:sp>
      <p:sp>
        <p:nvSpPr>
          <p:cNvPr id="44" name="Google Shape;44;p25"/>
          <p:cNvSpPr/>
          <p:nvPr>
            <p:ph idx="4" type="pic"/>
          </p:nvPr>
        </p:nvSpPr>
        <p:spPr>
          <a:xfrm>
            <a:off x="8219233" y="1602467"/>
            <a:ext cx="3813600" cy="2013200"/>
          </a:xfrm>
          <a:prstGeom prst="rect">
            <a:avLst/>
          </a:prstGeom>
          <a:noFill/>
          <a:ln>
            <a:noFill/>
          </a:ln>
        </p:spPr>
      </p:sp>
      <p:sp>
        <p:nvSpPr>
          <p:cNvPr id="45" name="Google Shape;45;p25"/>
          <p:cNvSpPr/>
          <p:nvPr>
            <p:ph idx="5" type="pic"/>
          </p:nvPr>
        </p:nvSpPr>
        <p:spPr>
          <a:xfrm>
            <a:off x="6096100" y="3734467"/>
            <a:ext cx="5936800" cy="24236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portrait images">
  <p:cSld name="Title + 2 portrait images">
    <p:spTree>
      <p:nvGrpSpPr>
        <p:cNvPr id="46" name="Shape 46"/>
        <p:cNvGrpSpPr/>
        <p:nvPr/>
      </p:nvGrpSpPr>
      <p:grpSpPr>
        <a:xfrm>
          <a:off x="0" y="0"/>
          <a:ext cx="0" cy="0"/>
          <a:chOff x="0" y="0"/>
          <a:chExt cx="0" cy="0"/>
        </a:xfrm>
      </p:grpSpPr>
      <p:sp>
        <p:nvSpPr>
          <p:cNvPr id="47" name="Google Shape;47;p26"/>
          <p:cNvSpPr txBox="1"/>
          <p:nvPr>
            <p:ph type="title"/>
          </p:nvPr>
        </p:nvSpPr>
        <p:spPr>
          <a:xfrm>
            <a:off x="415600" y="386200"/>
            <a:ext cx="11360800" cy="76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200"/>
              <a:buFont typeface="Calibri"/>
              <a:buNone/>
              <a:defRPr sz="4267"/>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 name="Google Shape;48;p26"/>
          <p:cNvSpPr txBox="1"/>
          <p:nvPr>
            <p:ph idx="1"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
        <p:nvSpPr>
          <p:cNvPr id="49" name="Google Shape;49;p26"/>
          <p:cNvSpPr/>
          <p:nvPr>
            <p:ph idx="2" type="pic"/>
          </p:nvPr>
        </p:nvSpPr>
        <p:spPr>
          <a:xfrm>
            <a:off x="6310600" y="1602700"/>
            <a:ext cx="3567600" cy="4555200"/>
          </a:xfrm>
          <a:prstGeom prst="rect">
            <a:avLst/>
          </a:prstGeom>
          <a:noFill/>
          <a:ln>
            <a:noFill/>
          </a:ln>
        </p:spPr>
      </p:sp>
      <p:sp>
        <p:nvSpPr>
          <p:cNvPr id="50" name="Google Shape;50;p26"/>
          <p:cNvSpPr/>
          <p:nvPr>
            <p:ph idx="3" type="pic"/>
          </p:nvPr>
        </p:nvSpPr>
        <p:spPr>
          <a:xfrm>
            <a:off x="2313784" y="1602700"/>
            <a:ext cx="3567600" cy="45552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image (5 image collage)">
  <p:cSld name="Title and body + image (5 image collage)">
    <p:spTree>
      <p:nvGrpSpPr>
        <p:cNvPr id="51" name="Shape 51"/>
        <p:cNvGrpSpPr/>
        <p:nvPr/>
      </p:nvGrpSpPr>
      <p:grpSpPr>
        <a:xfrm>
          <a:off x="0" y="0"/>
          <a:ext cx="0" cy="0"/>
          <a:chOff x="0" y="0"/>
          <a:chExt cx="0" cy="0"/>
        </a:xfrm>
      </p:grpSpPr>
      <p:sp>
        <p:nvSpPr>
          <p:cNvPr id="52" name="Google Shape;52;p27"/>
          <p:cNvSpPr/>
          <p:nvPr>
            <p:ph idx="2" type="pic"/>
          </p:nvPr>
        </p:nvSpPr>
        <p:spPr>
          <a:xfrm>
            <a:off x="6096100" y="1602467"/>
            <a:ext cx="1978800" cy="1938000"/>
          </a:xfrm>
          <a:prstGeom prst="rect">
            <a:avLst/>
          </a:prstGeom>
          <a:noFill/>
          <a:ln>
            <a:noFill/>
          </a:ln>
        </p:spPr>
      </p:sp>
      <p:sp>
        <p:nvSpPr>
          <p:cNvPr id="53" name="Google Shape;53;p27"/>
          <p:cNvSpPr/>
          <p:nvPr>
            <p:ph idx="3" type="pic"/>
          </p:nvPr>
        </p:nvSpPr>
        <p:spPr>
          <a:xfrm>
            <a:off x="8219233" y="1602467"/>
            <a:ext cx="3813600" cy="1938000"/>
          </a:xfrm>
          <a:prstGeom prst="rect">
            <a:avLst/>
          </a:prstGeom>
          <a:noFill/>
          <a:ln>
            <a:noFill/>
          </a:ln>
        </p:spPr>
      </p:sp>
      <p:sp>
        <p:nvSpPr>
          <p:cNvPr id="54" name="Google Shape;54;p27"/>
          <p:cNvSpPr/>
          <p:nvPr>
            <p:ph idx="4" type="pic"/>
          </p:nvPr>
        </p:nvSpPr>
        <p:spPr>
          <a:xfrm>
            <a:off x="6096100" y="3683200"/>
            <a:ext cx="3813600" cy="2474800"/>
          </a:xfrm>
          <a:prstGeom prst="rect">
            <a:avLst/>
          </a:prstGeom>
          <a:noFill/>
          <a:ln>
            <a:noFill/>
          </a:ln>
        </p:spPr>
      </p:sp>
      <p:sp>
        <p:nvSpPr>
          <p:cNvPr id="55" name="Google Shape;55;p27"/>
          <p:cNvSpPr/>
          <p:nvPr>
            <p:ph idx="5" type="pic"/>
          </p:nvPr>
        </p:nvSpPr>
        <p:spPr>
          <a:xfrm>
            <a:off x="3972833" y="1602867"/>
            <a:ext cx="1978800" cy="4555200"/>
          </a:xfrm>
          <a:prstGeom prst="rect">
            <a:avLst/>
          </a:prstGeom>
          <a:noFill/>
          <a:ln>
            <a:noFill/>
          </a:ln>
        </p:spPr>
      </p:sp>
      <p:sp>
        <p:nvSpPr>
          <p:cNvPr id="56" name="Google Shape;56;p27"/>
          <p:cNvSpPr/>
          <p:nvPr>
            <p:ph idx="6" type="pic"/>
          </p:nvPr>
        </p:nvSpPr>
        <p:spPr>
          <a:xfrm>
            <a:off x="10054233" y="3684700"/>
            <a:ext cx="1978800" cy="2474800"/>
          </a:xfrm>
          <a:prstGeom prst="rect">
            <a:avLst/>
          </a:prstGeom>
          <a:noFill/>
          <a:ln>
            <a:noFill/>
          </a:ln>
        </p:spPr>
      </p:sp>
      <p:sp>
        <p:nvSpPr>
          <p:cNvPr id="57" name="Google Shape;57;p27"/>
          <p:cNvSpPr txBox="1"/>
          <p:nvPr>
            <p:ph idx="1" type="body"/>
          </p:nvPr>
        </p:nvSpPr>
        <p:spPr>
          <a:xfrm>
            <a:off x="415600" y="1602700"/>
            <a:ext cx="3392000" cy="4555200"/>
          </a:xfrm>
          <a:prstGeom prst="rect">
            <a:avLst/>
          </a:prstGeom>
          <a:noFill/>
          <a:ln>
            <a:noFill/>
          </a:ln>
        </p:spPr>
        <p:txBody>
          <a:bodyPr anchorCtr="0" anchor="t" bIns="91425" lIns="91425" spcFirstLastPara="1" rIns="91425" wrap="square" tIns="0">
            <a:noAutofit/>
          </a:bodyPr>
          <a:lstStyle>
            <a:lvl1pPr indent="-342900" lvl="0" marL="457200" algn="l">
              <a:lnSpc>
                <a:spcPct val="100000"/>
              </a:lnSpc>
              <a:spcBef>
                <a:spcPts val="0"/>
              </a:spcBef>
              <a:spcAft>
                <a:spcPts val="0"/>
              </a:spcAft>
              <a:buClr>
                <a:schemeClr val="dk1"/>
              </a:buClr>
              <a:buSzPts val="1800"/>
              <a:buChar char="●"/>
              <a:defRPr/>
            </a:lvl1pPr>
            <a:lvl2pPr indent="-317500" lvl="1" marL="914400" algn="l">
              <a:lnSpc>
                <a:spcPct val="100000"/>
              </a:lnSpc>
              <a:spcBef>
                <a:spcPts val="0"/>
              </a:spcBef>
              <a:spcAft>
                <a:spcPts val="0"/>
              </a:spcAft>
              <a:buClr>
                <a:schemeClr val="dk1"/>
              </a:buClr>
              <a:buSzPts val="1400"/>
              <a:buChar char="●"/>
              <a:defRPr/>
            </a:lvl2pPr>
            <a:lvl3pPr indent="-317500" lvl="2" marL="1371600" algn="l">
              <a:lnSpc>
                <a:spcPct val="100000"/>
              </a:lnSpc>
              <a:spcBef>
                <a:spcPts val="0"/>
              </a:spcBef>
              <a:spcAft>
                <a:spcPts val="0"/>
              </a:spcAft>
              <a:buClr>
                <a:schemeClr val="dk1"/>
              </a:buClr>
              <a:buSzPts val="1400"/>
              <a:buChar char="●"/>
              <a:defRPr/>
            </a:lvl3pPr>
            <a:lvl4pPr indent="-317500" lvl="3" marL="1828800" algn="l">
              <a:lnSpc>
                <a:spcPct val="100000"/>
              </a:lnSpc>
              <a:spcBef>
                <a:spcPts val="0"/>
              </a:spcBef>
              <a:spcAft>
                <a:spcPts val="0"/>
              </a:spcAft>
              <a:buClr>
                <a:schemeClr val="dk1"/>
              </a:buClr>
              <a:buSzPts val="1400"/>
              <a:buChar char="●"/>
              <a:defRPr/>
            </a:lvl4pPr>
            <a:lvl5pPr indent="-304800" lvl="4" marL="2286000" algn="l">
              <a:lnSpc>
                <a:spcPct val="100000"/>
              </a:lnSpc>
              <a:spcBef>
                <a:spcPts val="0"/>
              </a:spcBef>
              <a:spcAft>
                <a:spcPts val="0"/>
              </a:spcAft>
              <a:buClr>
                <a:schemeClr val="dk1"/>
              </a:buClr>
              <a:buSzPts val="1200"/>
              <a:buChar char="●"/>
              <a:defRPr/>
            </a:lvl5pPr>
            <a:lvl6pPr indent="-304800" lvl="5" marL="2743200" algn="l">
              <a:lnSpc>
                <a:spcPct val="100000"/>
              </a:lnSpc>
              <a:spcBef>
                <a:spcPts val="0"/>
              </a:spcBef>
              <a:spcAft>
                <a:spcPts val="0"/>
              </a:spcAft>
              <a:buClr>
                <a:schemeClr val="dk1"/>
              </a:buClr>
              <a:buSzPts val="1200"/>
              <a:buChar char="●"/>
              <a:defRPr/>
            </a:lvl6pPr>
            <a:lvl7pPr indent="-292100" lvl="6" marL="3200400" algn="l">
              <a:lnSpc>
                <a:spcPct val="100000"/>
              </a:lnSpc>
              <a:spcBef>
                <a:spcPts val="0"/>
              </a:spcBef>
              <a:spcAft>
                <a:spcPts val="0"/>
              </a:spcAft>
              <a:buClr>
                <a:schemeClr val="dk1"/>
              </a:buClr>
              <a:buSzPts val="1000"/>
              <a:buChar char="●"/>
              <a:defRPr/>
            </a:lvl7pPr>
            <a:lvl8pPr indent="-292100" lvl="7" marL="3657600" algn="l">
              <a:lnSpc>
                <a:spcPct val="100000"/>
              </a:lnSpc>
              <a:spcBef>
                <a:spcPts val="0"/>
              </a:spcBef>
              <a:spcAft>
                <a:spcPts val="0"/>
              </a:spcAft>
              <a:buClr>
                <a:schemeClr val="dk1"/>
              </a:buClr>
              <a:buSzPts val="1000"/>
              <a:buChar char="●"/>
              <a:defRPr/>
            </a:lvl8pPr>
            <a:lvl9pPr indent="-292100" lvl="8" marL="4114800" algn="l">
              <a:lnSpc>
                <a:spcPct val="100000"/>
              </a:lnSpc>
              <a:spcBef>
                <a:spcPts val="0"/>
              </a:spcBef>
              <a:spcAft>
                <a:spcPts val="0"/>
              </a:spcAft>
              <a:buClr>
                <a:schemeClr val="dk1"/>
              </a:buClr>
              <a:buSzPts val="1000"/>
              <a:buChar char="●"/>
              <a:defRPr/>
            </a:lvl9pPr>
          </a:lstStyle>
          <a:p/>
        </p:txBody>
      </p:sp>
      <p:sp>
        <p:nvSpPr>
          <p:cNvPr id="58" name="Google Shape;58;p27"/>
          <p:cNvSpPr txBox="1"/>
          <p:nvPr>
            <p:ph type="title"/>
          </p:nvPr>
        </p:nvSpPr>
        <p:spPr>
          <a:xfrm>
            <a:off x="415600" y="386200"/>
            <a:ext cx="11360800" cy="76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200"/>
              <a:buFont typeface="Calibri"/>
              <a:buNone/>
              <a:defRPr sz="4267"/>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9" name="Google Shape;59;p27"/>
          <p:cNvSpPr txBox="1"/>
          <p:nvPr>
            <p:ph idx="7"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image (portrait poster) 1">
  <p:cSld name="Title and body + image (portrait poster) 1">
    <p:spTree>
      <p:nvGrpSpPr>
        <p:cNvPr id="60" name="Shape 60"/>
        <p:cNvGrpSpPr/>
        <p:nvPr/>
      </p:nvGrpSpPr>
      <p:grpSpPr>
        <a:xfrm>
          <a:off x="0" y="0"/>
          <a:ext cx="0" cy="0"/>
          <a:chOff x="0" y="0"/>
          <a:chExt cx="0" cy="0"/>
        </a:xfrm>
      </p:grpSpPr>
      <p:sp>
        <p:nvSpPr>
          <p:cNvPr id="61" name="Google Shape;61;p28"/>
          <p:cNvSpPr txBox="1"/>
          <p:nvPr>
            <p:ph type="title"/>
          </p:nvPr>
        </p:nvSpPr>
        <p:spPr>
          <a:xfrm>
            <a:off x="415600" y="386200"/>
            <a:ext cx="11360800" cy="76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200"/>
              <a:buFont typeface="Calibri"/>
              <a:buNone/>
              <a:defRPr sz="4267"/>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2" name="Google Shape;62;p28"/>
          <p:cNvSpPr txBox="1"/>
          <p:nvPr>
            <p:ph idx="1" type="body"/>
          </p:nvPr>
        </p:nvSpPr>
        <p:spPr>
          <a:xfrm>
            <a:off x="415600" y="1602700"/>
            <a:ext cx="11360800" cy="4555200"/>
          </a:xfrm>
          <a:prstGeom prst="rect">
            <a:avLst/>
          </a:prstGeom>
          <a:noFill/>
          <a:ln>
            <a:noFill/>
          </a:ln>
        </p:spPr>
        <p:txBody>
          <a:bodyPr anchorCtr="0" anchor="t" bIns="91425" lIns="91425" spcFirstLastPara="1" rIns="91425" wrap="square" tIns="0">
            <a:noAutofit/>
          </a:bodyPr>
          <a:lstStyle>
            <a:lvl1pPr indent="-342900" lvl="0" marL="457200" algn="l">
              <a:lnSpc>
                <a:spcPct val="100000"/>
              </a:lnSpc>
              <a:spcBef>
                <a:spcPts val="0"/>
              </a:spcBef>
              <a:spcAft>
                <a:spcPts val="0"/>
              </a:spcAft>
              <a:buClr>
                <a:schemeClr val="dk1"/>
              </a:buClr>
              <a:buSzPts val="1800"/>
              <a:buChar char="●"/>
              <a:defRPr/>
            </a:lvl1pPr>
            <a:lvl2pPr indent="-317500" lvl="1" marL="914400" algn="l">
              <a:lnSpc>
                <a:spcPct val="100000"/>
              </a:lnSpc>
              <a:spcBef>
                <a:spcPts val="0"/>
              </a:spcBef>
              <a:spcAft>
                <a:spcPts val="0"/>
              </a:spcAft>
              <a:buClr>
                <a:schemeClr val="dk1"/>
              </a:buClr>
              <a:buSzPts val="1400"/>
              <a:buChar char="●"/>
              <a:defRPr/>
            </a:lvl2pPr>
            <a:lvl3pPr indent="-317500" lvl="2" marL="1371600" algn="l">
              <a:lnSpc>
                <a:spcPct val="100000"/>
              </a:lnSpc>
              <a:spcBef>
                <a:spcPts val="0"/>
              </a:spcBef>
              <a:spcAft>
                <a:spcPts val="0"/>
              </a:spcAft>
              <a:buClr>
                <a:schemeClr val="dk1"/>
              </a:buClr>
              <a:buSzPts val="1400"/>
              <a:buChar char="●"/>
              <a:defRPr/>
            </a:lvl3pPr>
            <a:lvl4pPr indent="-317500" lvl="3" marL="1828800" algn="l">
              <a:lnSpc>
                <a:spcPct val="100000"/>
              </a:lnSpc>
              <a:spcBef>
                <a:spcPts val="0"/>
              </a:spcBef>
              <a:spcAft>
                <a:spcPts val="0"/>
              </a:spcAft>
              <a:buClr>
                <a:schemeClr val="dk1"/>
              </a:buClr>
              <a:buSzPts val="1400"/>
              <a:buChar char="●"/>
              <a:defRPr/>
            </a:lvl4pPr>
            <a:lvl5pPr indent="-304800" lvl="4" marL="2286000" algn="l">
              <a:lnSpc>
                <a:spcPct val="100000"/>
              </a:lnSpc>
              <a:spcBef>
                <a:spcPts val="0"/>
              </a:spcBef>
              <a:spcAft>
                <a:spcPts val="0"/>
              </a:spcAft>
              <a:buClr>
                <a:schemeClr val="dk1"/>
              </a:buClr>
              <a:buSzPts val="1200"/>
              <a:buChar char="●"/>
              <a:defRPr/>
            </a:lvl5pPr>
            <a:lvl6pPr indent="-304800" lvl="5" marL="2743200" algn="l">
              <a:lnSpc>
                <a:spcPct val="100000"/>
              </a:lnSpc>
              <a:spcBef>
                <a:spcPts val="0"/>
              </a:spcBef>
              <a:spcAft>
                <a:spcPts val="0"/>
              </a:spcAft>
              <a:buClr>
                <a:schemeClr val="dk1"/>
              </a:buClr>
              <a:buSzPts val="1200"/>
              <a:buChar char="●"/>
              <a:defRPr/>
            </a:lvl6pPr>
            <a:lvl7pPr indent="-292100" lvl="6" marL="3200400" algn="l">
              <a:lnSpc>
                <a:spcPct val="100000"/>
              </a:lnSpc>
              <a:spcBef>
                <a:spcPts val="0"/>
              </a:spcBef>
              <a:spcAft>
                <a:spcPts val="0"/>
              </a:spcAft>
              <a:buClr>
                <a:schemeClr val="dk1"/>
              </a:buClr>
              <a:buSzPts val="1000"/>
              <a:buChar char="●"/>
              <a:defRPr/>
            </a:lvl7pPr>
            <a:lvl8pPr indent="-292100" lvl="7" marL="3657600" algn="l">
              <a:lnSpc>
                <a:spcPct val="100000"/>
              </a:lnSpc>
              <a:spcBef>
                <a:spcPts val="0"/>
              </a:spcBef>
              <a:spcAft>
                <a:spcPts val="0"/>
              </a:spcAft>
              <a:buClr>
                <a:schemeClr val="dk1"/>
              </a:buClr>
              <a:buSzPts val="1000"/>
              <a:buChar char="●"/>
              <a:defRPr/>
            </a:lvl8pPr>
            <a:lvl9pPr indent="-292100" lvl="8" marL="4114800" algn="l">
              <a:lnSpc>
                <a:spcPct val="100000"/>
              </a:lnSpc>
              <a:spcBef>
                <a:spcPts val="0"/>
              </a:spcBef>
              <a:spcAft>
                <a:spcPts val="0"/>
              </a:spcAft>
              <a:buClr>
                <a:schemeClr val="dk1"/>
              </a:buClr>
              <a:buSzPts val="1000"/>
              <a:buChar char="●"/>
              <a:defRPr/>
            </a:lvl9pPr>
          </a:lstStyle>
          <a:p/>
        </p:txBody>
      </p:sp>
      <p:sp>
        <p:nvSpPr>
          <p:cNvPr id="63" name="Google Shape;63;p28"/>
          <p:cNvSpPr txBox="1"/>
          <p:nvPr>
            <p:ph idx="2" type="subTitle"/>
          </p:nvPr>
        </p:nvSpPr>
        <p:spPr>
          <a:xfrm>
            <a:off x="101600" y="6550800"/>
            <a:ext cx="5692000" cy="278400"/>
          </a:xfrm>
          <a:prstGeom prst="rect">
            <a:avLst/>
          </a:prstGeom>
          <a:noFill/>
          <a:ln>
            <a:noFill/>
          </a:ln>
        </p:spPr>
        <p:txBody>
          <a:bodyPr anchorCtr="0" anchor="b" bIns="91425" lIns="91425" spcFirstLastPara="1" rIns="91425" wrap="square" tIns="0">
            <a:noAutofit/>
          </a:bodyPr>
          <a:lstStyle>
            <a:lvl1pPr lvl="0" algn="l">
              <a:lnSpc>
                <a:spcPct val="100000"/>
              </a:lnSpc>
              <a:spcBef>
                <a:spcPts val="0"/>
              </a:spcBef>
              <a:spcAft>
                <a:spcPts val="0"/>
              </a:spcAft>
              <a:buClr>
                <a:srgbClr val="D63DAB"/>
              </a:buClr>
              <a:buSzPts val="1800"/>
              <a:buNone/>
              <a:defRPr sz="1200">
                <a:solidFill>
                  <a:srgbClr val="D63DAB"/>
                </a:solidFill>
                <a:latin typeface="Roboto Mono Light"/>
                <a:ea typeface="Roboto Mono Light"/>
                <a:cs typeface="Roboto Mono Light"/>
                <a:sym typeface="Roboto Mono Light"/>
              </a:defRPr>
            </a:lvl1pPr>
            <a:lvl2pPr lvl="1"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2pPr>
            <a:lvl3pPr lvl="2"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3pPr>
            <a:lvl4pPr lvl="3" algn="l">
              <a:lnSpc>
                <a:spcPct val="100000"/>
              </a:lnSpc>
              <a:spcBef>
                <a:spcPts val="0"/>
              </a:spcBef>
              <a:spcAft>
                <a:spcPts val="0"/>
              </a:spcAft>
              <a:buClr>
                <a:srgbClr val="BC7BA9"/>
              </a:buClr>
              <a:buSzPts val="1400"/>
              <a:buNone/>
              <a:defRPr sz="1200">
                <a:solidFill>
                  <a:srgbClr val="BC7BA9"/>
                </a:solidFill>
                <a:latin typeface="Roboto Mono Light"/>
                <a:ea typeface="Roboto Mono Light"/>
                <a:cs typeface="Roboto Mono Light"/>
                <a:sym typeface="Roboto Mono Light"/>
              </a:defRPr>
            </a:lvl4pPr>
            <a:lvl5pPr lvl="4"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5pPr>
            <a:lvl6pPr lvl="5" algn="l">
              <a:lnSpc>
                <a:spcPct val="100000"/>
              </a:lnSpc>
              <a:spcBef>
                <a:spcPts val="0"/>
              </a:spcBef>
              <a:spcAft>
                <a:spcPts val="0"/>
              </a:spcAft>
              <a:buClr>
                <a:srgbClr val="BC7BA9"/>
              </a:buClr>
              <a:buSzPts val="1200"/>
              <a:buNone/>
              <a:defRPr sz="1200">
                <a:solidFill>
                  <a:srgbClr val="BC7BA9"/>
                </a:solidFill>
                <a:latin typeface="Roboto Mono Light"/>
                <a:ea typeface="Roboto Mono Light"/>
                <a:cs typeface="Roboto Mono Light"/>
                <a:sym typeface="Roboto Mono Light"/>
              </a:defRPr>
            </a:lvl6pPr>
            <a:lvl7pPr lvl="6"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7pPr>
            <a:lvl8pPr lvl="7"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8pPr>
            <a:lvl9pPr lvl="8" algn="l">
              <a:lnSpc>
                <a:spcPct val="100000"/>
              </a:lnSpc>
              <a:spcBef>
                <a:spcPts val="0"/>
              </a:spcBef>
              <a:spcAft>
                <a:spcPts val="0"/>
              </a:spcAft>
              <a:buClr>
                <a:srgbClr val="BC7BA9"/>
              </a:buClr>
              <a:buSzPts val="1000"/>
              <a:buNone/>
              <a:defRPr sz="1200">
                <a:solidFill>
                  <a:srgbClr val="BC7BA9"/>
                </a:solidFill>
                <a:latin typeface="Roboto Mono Light"/>
                <a:ea typeface="Roboto Mono Light"/>
                <a:cs typeface="Roboto Mono Light"/>
                <a:sym typeface="Roboto Mono Light"/>
              </a:defRPr>
            </a:lvl9pPr>
          </a:lstStyle>
          <a:p/>
        </p:txBody>
      </p:sp>
      <p:sp>
        <p:nvSpPr>
          <p:cNvPr id="64" name="Google Shape;64;p28"/>
          <p:cNvSpPr/>
          <p:nvPr>
            <p:ph idx="3" type="pic"/>
          </p:nvPr>
        </p:nvSpPr>
        <p:spPr>
          <a:xfrm>
            <a:off x="7469933" y="1440833"/>
            <a:ext cx="3344000" cy="47172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
        <p:nvSpPr>
          <p:cNvPr id="66" name="Google Shape;66;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8" name="Google Shape;6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1" name="Shape 71"/>
        <p:cNvGrpSpPr/>
        <p:nvPr/>
      </p:nvGrpSpPr>
      <p:grpSpPr>
        <a:xfrm>
          <a:off x="0" y="0"/>
          <a:ext cx="0" cy="0"/>
          <a:chOff x="0" y="0"/>
          <a:chExt cx="0" cy="0"/>
        </a:xfrm>
      </p:grpSpPr>
      <p:sp>
        <p:nvSpPr>
          <p:cNvPr id="72" name="Google Shape;7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sp>
        <p:nvSpPr>
          <p:cNvPr id="78" name="Google Shape;78;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80" name="Google Shape;8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3" name="Shape 83"/>
        <p:cNvGrpSpPr/>
        <p:nvPr/>
      </p:nvGrpSpPr>
      <p:grpSpPr>
        <a:xfrm>
          <a:off x="0" y="0"/>
          <a:ext cx="0" cy="0"/>
          <a:chOff x="0" y="0"/>
          <a:chExt cx="0" cy="0"/>
        </a:xfrm>
      </p:grpSpPr>
      <p:sp>
        <p:nvSpPr>
          <p:cNvPr id="84" name="Google Shape;8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0" name="Shape 90"/>
        <p:cNvGrpSpPr/>
        <p:nvPr/>
      </p:nvGrpSpPr>
      <p:grpSpPr>
        <a:xfrm>
          <a:off x="0" y="0"/>
          <a:ext cx="0" cy="0"/>
          <a:chOff x="0" y="0"/>
          <a:chExt cx="0" cy="0"/>
        </a:xfrm>
      </p:grpSpPr>
      <p:sp>
        <p:nvSpPr>
          <p:cNvPr id="91" name="Google Shape;91;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3" name="Google Shape;93;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5" name="Google Shape;95;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sp>
        <p:nvSpPr>
          <p:cNvPr id="100" name="Google Shape;10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
        <p:nvSpPr>
          <p:cNvPr id="105" name="Google Shape;10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8" name="Shape 108"/>
        <p:cNvGrpSpPr/>
        <p:nvPr/>
      </p:nvGrpSpPr>
      <p:grpSpPr>
        <a:xfrm>
          <a:off x="0" y="0"/>
          <a:ext cx="0" cy="0"/>
          <a:chOff x="0" y="0"/>
          <a:chExt cx="0" cy="0"/>
        </a:xfrm>
      </p:grpSpPr>
      <p:sp>
        <p:nvSpPr>
          <p:cNvPr id="109" name="Google Shape;109;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1" name="Google Shape;111;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2" name="Google Shape;11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5" name="Shape 115"/>
        <p:cNvGrpSpPr/>
        <p:nvPr/>
      </p:nvGrpSpPr>
      <p:grpSpPr>
        <a:xfrm>
          <a:off x="0" y="0"/>
          <a:ext cx="0" cy="0"/>
          <a:chOff x="0" y="0"/>
          <a:chExt cx="0" cy="0"/>
        </a:xfrm>
      </p:grpSpPr>
      <p:sp>
        <p:nvSpPr>
          <p:cNvPr id="116" name="Google Shape;116;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7"/>
          <p:cNvSpPr/>
          <p:nvPr>
            <p:ph idx="2" type="pic"/>
          </p:nvPr>
        </p:nvSpPr>
        <p:spPr>
          <a:xfrm>
            <a:off x="5183188" y="987425"/>
            <a:ext cx="6172200" cy="4873625"/>
          </a:xfrm>
          <a:prstGeom prst="rect">
            <a:avLst/>
          </a:prstGeom>
          <a:noFill/>
          <a:ln>
            <a:noFill/>
          </a:ln>
        </p:spPr>
      </p:sp>
      <p:sp>
        <p:nvSpPr>
          <p:cNvPr id="118" name="Google Shape;118;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9" name="Google Shape;11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2" name="Shape 122"/>
        <p:cNvGrpSpPr/>
        <p:nvPr/>
      </p:nvGrpSpPr>
      <p:grpSpPr>
        <a:xfrm>
          <a:off x="0" y="0"/>
          <a:ext cx="0" cy="0"/>
          <a:chOff x="0" y="0"/>
          <a:chExt cx="0" cy="0"/>
        </a:xfrm>
      </p:grpSpPr>
      <p:sp>
        <p:nvSpPr>
          <p:cNvPr id="123" name="Google Shape;12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8" name="Shape 128"/>
        <p:cNvGrpSpPr/>
        <p:nvPr/>
      </p:nvGrpSpPr>
      <p:grpSpPr>
        <a:xfrm>
          <a:off x="0" y="0"/>
          <a:ext cx="0" cy="0"/>
          <a:chOff x="0" y="0"/>
          <a:chExt cx="0" cy="0"/>
        </a:xfrm>
      </p:grpSpPr>
      <p:sp>
        <p:nvSpPr>
          <p:cNvPr id="129" name="Google Shape;129;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5152E"/>
            </a:gs>
            <a:gs pos="94000">
              <a:srgbClr val="FFC627"/>
            </a:gs>
            <a:gs pos="100000">
              <a:srgbClr val="FFC627"/>
            </a:gs>
          </a:gsLst>
          <a:lin ang="9600000" scaled="0"/>
        </a:gra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youtu.be/q0qctgp3Smw?si=QBQgx7D8JrPCEb72&amp;t=3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137" name="Shape 137"/>
        <p:cNvGrpSpPr/>
        <p:nvPr/>
      </p:nvGrpSpPr>
      <p:grpSpPr>
        <a:xfrm>
          <a:off x="0" y="0"/>
          <a:ext cx="0" cy="0"/>
          <a:chOff x="0" y="0"/>
          <a:chExt cx="0" cy="0"/>
        </a:xfrm>
      </p:grpSpPr>
      <p:sp>
        <p:nvSpPr>
          <p:cNvPr id="138" name="Google Shape;138;p1"/>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Font typeface="Calibri"/>
              <a:buNone/>
            </a:pPr>
            <a:r>
              <a:rPr lang="en-US" sz="4000">
                <a:solidFill>
                  <a:schemeClr val="lt1"/>
                </a:solidFill>
              </a:rPr>
              <a:t>How to use this deck</a:t>
            </a:r>
            <a:endParaRPr sz="4000">
              <a:solidFill>
                <a:schemeClr val="lt1"/>
              </a:solidFill>
            </a:endParaRPr>
          </a:p>
          <a:p>
            <a:pPr indent="0" lvl="0" marL="0" rtl="0" algn="l">
              <a:lnSpc>
                <a:spcPct val="115000"/>
              </a:lnSpc>
              <a:spcBef>
                <a:spcPts val="1333"/>
              </a:spcBef>
              <a:spcAft>
                <a:spcPts val="0"/>
              </a:spcAft>
              <a:buClr>
                <a:schemeClr val="dk1"/>
              </a:buClr>
              <a:buSzPts val="1100"/>
              <a:buFont typeface="Calibri"/>
              <a:buNone/>
            </a:pPr>
            <a:r>
              <a:rPr lang="en-US" sz="1733">
                <a:solidFill>
                  <a:schemeClr val="lt1"/>
                </a:solidFill>
              </a:rPr>
              <a:t>First, make a copy of this deck to create your presentation.</a:t>
            </a:r>
            <a:endParaRPr sz="1733">
              <a:solidFill>
                <a:schemeClr val="lt1"/>
              </a:solidFill>
            </a:endParaRPr>
          </a:p>
          <a:p>
            <a:pPr indent="0" lvl="0" marL="0" rtl="0" algn="l">
              <a:lnSpc>
                <a:spcPct val="115000"/>
              </a:lnSpc>
              <a:spcBef>
                <a:spcPts val="1333"/>
              </a:spcBef>
              <a:spcAft>
                <a:spcPts val="0"/>
              </a:spcAft>
              <a:buClr>
                <a:schemeClr val="dk1"/>
              </a:buClr>
              <a:buSzPts val="1100"/>
              <a:buFont typeface="Calibri"/>
              <a:buNone/>
            </a:pPr>
            <a:r>
              <a:rPr lang="en-US" sz="1733">
                <a:solidFill>
                  <a:schemeClr val="lt1"/>
                </a:solidFill>
              </a:rPr>
              <a:t>To customize the deck to your needs, pick the slides you want to keep and delete everything else.</a:t>
            </a:r>
            <a:endParaRPr sz="1733">
              <a:solidFill>
                <a:schemeClr val="lt1"/>
              </a:solidFill>
            </a:endParaRPr>
          </a:p>
          <a:p>
            <a:pPr indent="0" lvl="0" marL="0" rtl="0" algn="l">
              <a:lnSpc>
                <a:spcPct val="115000"/>
              </a:lnSpc>
              <a:spcBef>
                <a:spcPts val="1333"/>
              </a:spcBef>
              <a:spcAft>
                <a:spcPts val="0"/>
              </a:spcAft>
              <a:buClr>
                <a:schemeClr val="dk1"/>
              </a:buClr>
              <a:buSzPts val="1100"/>
              <a:buFont typeface="Calibri"/>
              <a:buNone/>
            </a:pPr>
            <a:r>
              <a:rPr lang="en-US" sz="1733">
                <a:solidFill>
                  <a:schemeClr val="lt1"/>
                </a:solidFill>
              </a:rPr>
              <a:t>You can right-click in the left-hand window to create a brand new slide—or just duplicate an existing slide and delete its content.</a:t>
            </a:r>
            <a:endParaRPr sz="2267">
              <a:solidFill>
                <a:schemeClr val="lt1"/>
              </a:solidFill>
              <a:latin typeface="Arial"/>
              <a:ea typeface="Arial"/>
              <a:cs typeface="Arial"/>
              <a:sym typeface="Arial"/>
            </a:endParaRPr>
          </a:p>
          <a:p>
            <a:pPr indent="0" lvl="0" marL="0" rtl="0" algn="l">
              <a:lnSpc>
                <a:spcPct val="100000"/>
              </a:lnSpc>
              <a:spcBef>
                <a:spcPts val="1333"/>
              </a:spcBef>
              <a:spcAft>
                <a:spcPts val="0"/>
              </a:spcAft>
              <a:buClr>
                <a:schemeClr val="dk1"/>
              </a:buClr>
              <a:buSzPts val="3200"/>
              <a:buFont typeface="Calibri"/>
              <a:buNone/>
            </a:pPr>
            <a:r>
              <a:t/>
            </a:r>
            <a:endParaRPr/>
          </a:p>
        </p:txBody>
      </p:sp>
      <p:sp>
        <p:nvSpPr>
          <p:cNvPr id="139" name="Google Shape;139;p1"/>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
        <p:nvSpPr>
          <p:cNvPr id="140" name="Google Shape;140;p1"/>
          <p:cNvSpPr txBox="1"/>
          <p:nvPr/>
        </p:nvSpPr>
        <p:spPr>
          <a:xfrm>
            <a:off x="499733" y="3109767"/>
            <a:ext cx="5580800" cy="31792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rPr b="1" i="0" lang="en-US" sz="1867" u="none" cap="none" strike="noStrike">
                <a:solidFill>
                  <a:schemeClr val="lt1"/>
                </a:solidFill>
                <a:latin typeface="Roboto"/>
                <a:ea typeface="Roboto"/>
                <a:cs typeface="Roboto"/>
                <a:sym typeface="Roboto"/>
              </a:rPr>
              <a:t>Handy tips</a:t>
            </a:r>
            <a:br>
              <a:rPr b="0" i="0" lang="en-US" sz="1600" u="none" cap="none" strike="noStrike">
                <a:solidFill>
                  <a:schemeClr val="lt1"/>
                </a:solidFill>
                <a:latin typeface="Roboto Light"/>
                <a:ea typeface="Roboto Light"/>
                <a:cs typeface="Roboto Light"/>
                <a:sym typeface="Roboto Light"/>
              </a:rPr>
            </a:br>
            <a:endParaRPr b="0" i="0" sz="1600" u="none" cap="none" strike="noStrike">
              <a:solidFill>
                <a:schemeClr val="lt1"/>
              </a:solidFill>
              <a:latin typeface="Roboto Light"/>
              <a:ea typeface="Roboto Light"/>
              <a:cs typeface="Roboto Light"/>
              <a:sym typeface="Roboto Light"/>
            </a:endParaRPr>
          </a:p>
          <a:p>
            <a:pPr indent="-406388" lvl="0" marL="609585" marR="0" rtl="0" algn="l">
              <a:lnSpc>
                <a:spcPct val="100000"/>
              </a:lnSpc>
              <a:spcBef>
                <a:spcPts val="0"/>
              </a:spcBef>
              <a:spcAft>
                <a:spcPts val="0"/>
              </a:spcAft>
              <a:buClr>
                <a:srgbClr val="FFFFFF"/>
              </a:buClr>
              <a:buSzPts val="1200"/>
              <a:buFont typeface="Roboto Light"/>
              <a:buChar char="●"/>
            </a:pPr>
            <a:r>
              <a:rPr b="0" i="0" lang="en-US" sz="1600" u="none" cap="none" strike="noStrike">
                <a:solidFill>
                  <a:schemeClr val="lt1"/>
                </a:solidFill>
                <a:latin typeface="Roboto Light"/>
                <a:ea typeface="Roboto Light"/>
                <a:cs typeface="Roboto Light"/>
                <a:sym typeface="Roboto Light"/>
              </a:rPr>
              <a:t>Export to PPT by clicking File &gt; Download &gt; Microsoft PowerPoint.</a:t>
            </a:r>
            <a:endParaRPr b="0" i="0" sz="1600" u="none" cap="none" strike="noStrike">
              <a:solidFill>
                <a:schemeClr val="lt1"/>
              </a:solidFill>
              <a:latin typeface="Roboto Light"/>
              <a:ea typeface="Roboto Light"/>
              <a:cs typeface="Roboto Light"/>
              <a:sym typeface="Roboto Light"/>
            </a:endParaRPr>
          </a:p>
          <a:p>
            <a:pPr indent="-406388" lvl="0" marL="609585" marR="0" rtl="0" algn="l">
              <a:lnSpc>
                <a:spcPct val="100000"/>
              </a:lnSpc>
              <a:spcBef>
                <a:spcPts val="0"/>
              </a:spcBef>
              <a:spcAft>
                <a:spcPts val="0"/>
              </a:spcAft>
              <a:buClr>
                <a:srgbClr val="FFFFFF"/>
              </a:buClr>
              <a:buSzPts val="1200"/>
              <a:buFont typeface="Roboto"/>
              <a:buChar char="●"/>
            </a:pPr>
            <a:r>
              <a:rPr b="1" i="0" lang="en-US" sz="1600" u="none" cap="none" strike="noStrike">
                <a:solidFill>
                  <a:schemeClr val="lt1"/>
                </a:solidFill>
                <a:latin typeface="Roboto"/>
                <a:ea typeface="Roboto"/>
                <a:cs typeface="Roboto"/>
                <a:sym typeface="Roboto"/>
              </a:rPr>
              <a:t>When you paste text, paste without formatting; the pasted text will adopt the correct font and size.</a:t>
            </a:r>
            <a:endParaRPr b="1" i="0" sz="1600" u="none" cap="none" strike="noStrike">
              <a:solidFill>
                <a:schemeClr val="lt1"/>
              </a:solidFill>
              <a:latin typeface="Roboto"/>
              <a:ea typeface="Roboto"/>
              <a:cs typeface="Roboto"/>
              <a:sym typeface="Roboto"/>
            </a:endParaRPr>
          </a:p>
          <a:p>
            <a:pPr indent="-406388" lvl="0" marL="609585" marR="0" rtl="0" algn="l">
              <a:lnSpc>
                <a:spcPct val="100000"/>
              </a:lnSpc>
              <a:spcBef>
                <a:spcPts val="0"/>
              </a:spcBef>
              <a:spcAft>
                <a:spcPts val="0"/>
              </a:spcAft>
              <a:buClr>
                <a:srgbClr val="FFFFFF"/>
              </a:buClr>
              <a:buSzPts val="1200"/>
              <a:buFont typeface="Roboto Light"/>
              <a:buChar char="●"/>
            </a:pPr>
            <a:r>
              <a:rPr b="0" i="0" lang="en-US" sz="1600" u="none" cap="none" strike="noStrike">
                <a:solidFill>
                  <a:schemeClr val="lt1"/>
                </a:solidFill>
                <a:latin typeface="Roboto Light"/>
                <a:ea typeface="Roboto Light"/>
                <a:cs typeface="Roboto Light"/>
                <a:sym typeface="Roboto Light"/>
              </a:rPr>
              <a:t>If you need to reduce the size of body copy to fit, consider splitting your slide over two pages.</a:t>
            </a:r>
            <a:endParaRPr b="0" i="0" sz="1600" u="none" cap="none" strike="noStrike">
              <a:solidFill>
                <a:schemeClr val="lt1"/>
              </a:solidFill>
              <a:latin typeface="Roboto Light"/>
              <a:ea typeface="Roboto Light"/>
              <a:cs typeface="Roboto Light"/>
              <a:sym typeface="Roboto Light"/>
            </a:endParaRPr>
          </a:p>
          <a:p>
            <a:pPr indent="-406388" lvl="0" marL="609585" marR="0" rtl="0" algn="l">
              <a:lnSpc>
                <a:spcPct val="100000"/>
              </a:lnSpc>
              <a:spcBef>
                <a:spcPts val="0"/>
              </a:spcBef>
              <a:spcAft>
                <a:spcPts val="0"/>
              </a:spcAft>
              <a:buClr>
                <a:srgbClr val="FFFFFF"/>
              </a:buClr>
              <a:buSzPts val="1200"/>
              <a:buFont typeface="Roboto Light"/>
              <a:buChar char="●"/>
            </a:pPr>
            <a:r>
              <a:rPr b="0" i="0" lang="en-US" sz="1600" u="none" cap="none" strike="noStrike">
                <a:solidFill>
                  <a:schemeClr val="lt1"/>
                </a:solidFill>
                <a:latin typeface="Roboto Light"/>
                <a:ea typeface="Roboto Light"/>
                <a:cs typeface="Roboto Light"/>
                <a:sym typeface="Roboto Light"/>
              </a:rPr>
              <a:t>You can increase the size of text to highlight key points.</a:t>
            </a:r>
            <a:endParaRPr b="0" i="0" sz="1600" u="none" cap="none" strike="noStrike">
              <a:solidFill>
                <a:schemeClr val="lt1"/>
              </a:solidFill>
              <a:latin typeface="Roboto Light"/>
              <a:ea typeface="Roboto Light"/>
              <a:cs typeface="Roboto Light"/>
              <a:sym typeface="Roboto Light"/>
            </a:endParaRPr>
          </a:p>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chemeClr val="dk1"/>
              </a:solidFill>
              <a:latin typeface="Roboto Light"/>
              <a:ea typeface="Roboto Light"/>
              <a:cs typeface="Roboto Light"/>
              <a:sym typeface="Roboto Light"/>
            </a:endParaRPr>
          </a:p>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chemeClr val="dk1"/>
              </a:solidFill>
              <a:latin typeface="Roboto Light"/>
              <a:ea typeface="Roboto Light"/>
              <a:cs typeface="Roboto Light"/>
              <a:sym typeface="Roboto Light"/>
            </a:endParaRPr>
          </a:p>
        </p:txBody>
      </p:sp>
      <p:sp>
        <p:nvSpPr>
          <p:cNvPr id="141" name="Google Shape;141;p1"/>
          <p:cNvSpPr txBox="1"/>
          <p:nvPr/>
        </p:nvSpPr>
        <p:spPr>
          <a:xfrm>
            <a:off x="6372100" y="3109767"/>
            <a:ext cx="5436000" cy="30816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0"/>
              </a:spcAft>
              <a:buClr>
                <a:srgbClr val="000000"/>
              </a:buClr>
              <a:buSzPts val="1867"/>
              <a:buFont typeface="Arial"/>
              <a:buNone/>
            </a:pPr>
            <a:r>
              <a:rPr b="1" i="0" lang="en-US" sz="1867" u="none" cap="none" strike="noStrike">
                <a:solidFill>
                  <a:schemeClr val="lt1"/>
                </a:solidFill>
                <a:latin typeface="Roboto"/>
                <a:ea typeface="Roboto"/>
                <a:cs typeface="Roboto"/>
                <a:sym typeface="Roboto"/>
              </a:rPr>
              <a:t>Layout rules</a:t>
            </a:r>
            <a:endParaRPr b="1" i="0" sz="1867" u="none" cap="none" strike="noStrike">
              <a:solidFill>
                <a:schemeClr val="lt1"/>
              </a:solidFill>
              <a:latin typeface="Roboto"/>
              <a:ea typeface="Roboto"/>
              <a:cs typeface="Roboto"/>
              <a:sym typeface="Roboto"/>
            </a:endParaRPr>
          </a:p>
          <a:p>
            <a:pPr indent="-406388" lvl="0" marL="609585" marR="0" rtl="0" algn="l">
              <a:lnSpc>
                <a:spcPct val="115000"/>
              </a:lnSpc>
              <a:spcBef>
                <a:spcPts val="1333"/>
              </a:spcBef>
              <a:spcAft>
                <a:spcPts val="0"/>
              </a:spcAft>
              <a:buClr>
                <a:srgbClr val="FFFFFF"/>
              </a:buClr>
              <a:buSzPts val="1200"/>
              <a:buFont typeface="Roboto"/>
              <a:buChar char="●"/>
            </a:pPr>
            <a:r>
              <a:rPr b="0" i="0" lang="en-US" sz="1600" u="none" cap="none" strike="noStrike">
                <a:solidFill>
                  <a:schemeClr val="lt1"/>
                </a:solidFill>
                <a:latin typeface="Roboto"/>
                <a:ea typeface="Roboto"/>
                <a:cs typeface="Roboto"/>
                <a:sym typeface="Roboto"/>
              </a:rPr>
              <a:t>Do not change the size or placement of the titles.</a:t>
            </a:r>
            <a:endParaRPr b="0" i="0" sz="1600" u="none" cap="none" strike="noStrike">
              <a:solidFill>
                <a:schemeClr val="lt1"/>
              </a:solidFill>
              <a:latin typeface="Roboto"/>
              <a:ea typeface="Roboto"/>
              <a:cs typeface="Roboto"/>
              <a:sym typeface="Roboto"/>
            </a:endParaRPr>
          </a:p>
          <a:p>
            <a:pPr indent="-406388" lvl="0" marL="609585" marR="0" rtl="0" algn="l">
              <a:lnSpc>
                <a:spcPct val="115000"/>
              </a:lnSpc>
              <a:spcBef>
                <a:spcPts val="0"/>
              </a:spcBef>
              <a:spcAft>
                <a:spcPts val="0"/>
              </a:spcAft>
              <a:buClr>
                <a:srgbClr val="FFFFFF"/>
              </a:buClr>
              <a:buSzPts val="1200"/>
              <a:buFont typeface="Roboto"/>
              <a:buChar char="●"/>
            </a:pPr>
            <a:r>
              <a:rPr b="0" i="0" lang="en-US" sz="1600" u="none" cap="none" strike="noStrike">
                <a:solidFill>
                  <a:schemeClr val="lt1"/>
                </a:solidFill>
                <a:latin typeface="Roboto"/>
                <a:ea typeface="Roboto"/>
                <a:cs typeface="Roboto"/>
                <a:sym typeface="Roboto"/>
              </a:rPr>
              <a:t>Use the light or thin weights of fonts for most text and the bold just for highlights.</a:t>
            </a:r>
            <a:endParaRPr b="0" i="0" sz="1600" u="none" cap="none" strike="noStrike">
              <a:solidFill>
                <a:schemeClr val="lt1"/>
              </a:solidFill>
              <a:latin typeface="Roboto"/>
              <a:ea typeface="Roboto"/>
              <a:cs typeface="Roboto"/>
              <a:sym typeface="Roboto"/>
            </a:endParaRPr>
          </a:p>
          <a:p>
            <a:pPr indent="-406388" lvl="0" marL="609585" marR="0" rtl="0" algn="l">
              <a:lnSpc>
                <a:spcPct val="115000"/>
              </a:lnSpc>
              <a:spcBef>
                <a:spcPts val="0"/>
              </a:spcBef>
              <a:spcAft>
                <a:spcPts val="0"/>
              </a:spcAft>
              <a:buClr>
                <a:srgbClr val="FFFFFF"/>
              </a:buClr>
              <a:buSzPts val="1200"/>
              <a:buFont typeface="Roboto"/>
              <a:buChar char="●"/>
            </a:pPr>
            <a:r>
              <a:rPr b="0" i="0" lang="en-US" sz="1600" u="none" cap="none" strike="noStrike">
                <a:solidFill>
                  <a:schemeClr val="lt1"/>
                </a:solidFill>
                <a:latin typeface="Roboto"/>
                <a:ea typeface="Roboto"/>
                <a:cs typeface="Roboto"/>
                <a:sym typeface="Roboto"/>
              </a:rPr>
              <a:t>Place large images on their own slides, or on angle-framed master pages. To add the image to these, right-click and set the image as the background. Remember to use images with a resolution of at least 1920 x 1080 (16:9 ratio).</a:t>
            </a:r>
            <a:endParaRPr b="0" i="0" sz="1600" u="none" cap="none" strike="noStrike">
              <a:solidFill>
                <a:schemeClr val="lt1"/>
              </a:solidFill>
              <a:latin typeface="Roboto"/>
              <a:ea typeface="Roboto"/>
              <a:cs typeface="Roboto"/>
              <a:sym typeface="Roboto"/>
            </a:endParaRPr>
          </a:p>
          <a:p>
            <a:pPr indent="-406388" lvl="0" marL="609585" marR="0" rtl="0" algn="l">
              <a:lnSpc>
                <a:spcPct val="115000"/>
              </a:lnSpc>
              <a:spcBef>
                <a:spcPts val="0"/>
              </a:spcBef>
              <a:spcAft>
                <a:spcPts val="0"/>
              </a:spcAft>
              <a:buClr>
                <a:srgbClr val="FFFFFF"/>
              </a:buClr>
              <a:buSzPts val="1200"/>
              <a:buFont typeface="Roboto"/>
              <a:buChar char="●"/>
            </a:pPr>
            <a:r>
              <a:rPr b="0" i="0" lang="en-US" sz="1600" u="none" cap="none" strike="noStrike">
                <a:solidFill>
                  <a:schemeClr val="lt1"/>
                </a:solidFill>
                <a:latin typeface="Roboto"/>
                <a:ea typeface="Roboto"/>
                <a:cs typeface="Roboto"/>
                <a:sym typeface="Roboto"/>
              </a:rPr>
              <a:t>Avoid placing text over images</a:t>
            </a:r>
            <a:endParaRPr b="0" i="0" sz="1600" u="none" cap="none" strike="noStrike">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5" name="Shape 145"/>
        <p:cNvGrpSpPr/>
        <p:nvPr/>
      </p:nvGrpSpPr>
      <p:grpSpPr>
        <a:xfrm>
          <a:off x="0" y="0"/>
          <a:ext cx="0" cy="0"/>
          <a:chOff x="0" y="0"/>
          <a:chExt cx="0" cy="0"/>
        </a:xfrm>
      </p:grpSpPr>
      <p:sp>
        <p:nvSpPr>
          <p:cNvPr id="146" name="Google Shape;146;p2"/>
          <p:cNvSpPr txBox="1"/>
          <p:nvPr>
            <p:ph type="title"/>
          </p:nvPr>
        </p:nvSpPr>
        <p:spPr>
          <a:xfrm>
            <a:off x="415600" y="2476584"/>
            <a:ext cx="11360800" cy="1122400"/>
          </a:xfrm>
          <a:prstGeom prst="rect">
            <a:avLst/>
          </a:prstGeom>
          <a:noFill/>
          <a:ln>
            <a:noFill/>
          </a:ln>
        </p:spPr>
        <p:txBody>
          <a:bodyPr anchorCtr="0" anchor="ctr" bIns="121900" lIns="121900" spcFirstLastPara="1" rIns="121900" wrap="square" tIns="121900">
            <a:noAutofit/>
          </a:bodyPr>
          <a:lstStyle/>
          <a:p>
            <a:pPr indent="0" lvl="0" marL="0" rtl="0" algn="ctr">
              <a:lnSpc>
                <a:spcPct val="100000"/>
              </a:lnSpc>
              <a:spcBef>
                <a:spcPts val="0"/>
              </a:spcBef>
              <a:spcAft>
                <a:spcPts val="0"/>
              </a:spcAft>
              <a:buClr>
                <a:schemeClr val="lt1"/>
              </a:buClr>
              <a:buSzPts val="4800"/>
              <a:buFont typeface="Roboto Mono Light"/>
              <a:buNone/>
            </a:pPr>
            <a:r>
              <a:rPr lang="en-US">
                <a:solidFill>
                  <a:schemeClr val="lt1"/>
                </a:solidFill>
                <a:latin typeface="Roboto Mono Light"/>
                <a:ea typeface="Roboto Mono Light"/>
                <a:cs typeface="Roboto Mono Light"/>
                <a:sym typeface="Roboto Mono Light"/>
              </a:rPr>
              <a:t>Project Murdock</a:t>
            </a:r>
            <a:endParaRPr>
              <a:solidFill>
                <a:schemeClr val="lt1"/>
              </a:solidFill>
              <a:latin typeface="Roboto Mono Light"/>
              <a:ea typeface="Roboto Mono Light"/>
              <a:cs typeface="Roboto Mono Light"/>
              <a:sym typeface="Roboto Mono Light"/>
            </a:endParaRPr>
          </a:p>
        </p:txBody>
      </p:sp>
      <p:sp>
        <p:nvSpPr>
          <p:cNvPr id="147" name="Google Shape;147;p2"/>
          <p:cNvSpPr txBox="1"/>
          <p:nvPr>
            <p:ph idx="1" type="subTitle"/>
          </p:nvPr>
        </p:nvSpPr>
        <p:spPr>
          <a:xfrm>
            <a:off x="2188800" y="3700584"/>
            <a:ext cx="7814400" cy="782400"/>
          </a:xfrm>
          <a:prstGeom prst="rect">
            <a:avLst/>
          </a:prstGeom>
          <a:noFill/>
          <a:ln>
            <a:noFill/>
          </a:ln>
        </p:spPr>
        <p:txBody>
          <a:bodyPr anchorCtr="0" anchor="t" bIns="121900" lIns="121900" spcFirstLastPara="1" rIns="121900" wrap="square" tIns="0">
            <a:noAutofit/>
          </a:bodyPr>
          <a:lstStyle/>
          <a:p>
            <a:pPr indent="0" lvl="0" marL="0" rtl="0" algn="ctr">
              <a:lnSpc>
                <a:spcPct val="100000"/>
              </a:lnSpc>
              <a:spcBef>
                <a:spcPts val="0"/>
              </a:spcBef>
              <a:spcAft>
                <a:spcPts val="0"/>
              </a:spcAft>
              <a:buClr>
                <a:schemeClr val="lt1"/>
              </a:buClr>
              <a:buSzPts val="1800"/>
              <a:buNone/>
            </a:pPr>
            <a:r>
              <a:rPr lang="en-US">
                <a:solidFill>
                  <a:schemeClr val="lt1"/>
                </a:solidFill>
              </a:rPr>
              <a:t>Andrew Tan </a:t>
            </a:r>
            <a:r>
              <a:rPr lang="en-US">
                <a:solidFill>
                  <a:schemeClr val="lt1"/>
                </a:solidFill>
              </a:rPr>
              <a:t>- Arizona State University – 10/16/2025</a:t>
            </a:r>
            <a:endParaRPr/>
          </a:p>
          <a:p>
            <a:pPr indent="0" lvl="0" marL="0" rtl="0" algn="ctr">
              <a:lnSpc>
                <a:spcPct val="100000"/>
              </a:lnSpc>
              <a:spcBef>
                <a:spcPts val="0"/>
              </a:spcBef>
              <a:spcAft>
                <a:spcPts val="0"/>
              </a:spcAft>
              <a:buClr>
                <a:schemeClr val="lt1"/>
              </a:buClr>
              <a:buSzPts val="1800"/>
              <a:buNone/>
            </a:pPr>
            <a:r>
              <a:t/>
            </a:r>
            <a:endParaRPr>
              <a:solidFill>
                <a:schemeClr val="lt1"/>
              </a:solidFill>
            </a:endParaRPr>
          </a:p>
        </p:txBody>
      </p:sp>
      <p:sp>
        <p:nvSpPr>
          <p:cNvPr id="148" name="Google Shape;148;p2"/>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chemeClr val="lt1"/>
              </a:buClr>
              <a:buSzPts val="1800"/>
              <a:buNone/>
            </a:pPr>
            <a:r>
              <a:rPr lang="en-US">
                <a:solidFill>
                  <a:schemeClr val="lt1"/>
                </a:solidFill>
              </a:rPr>
              <a:t>Project Title</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52" name="Shape 152"/>
        <p:cNvGrpSpPr/>
        <p:nvPr/>
      </p:nvGrpSpPr>
      <p:grpSpPr>
        <a:xfrm>
          <a:off x="0" y="0"/>
          <a:ext cx="0" cy="0"/>
          <a:chOff x="0" y="0"/>
          <a:chExt cx="0" cy="0"/>
        </a:xfrm>
      </p:grpSpPr>
      <p:sp>
        <p:nvSpPr>
          <p:cNvPr id="153" name="Google Shape;153;p3"/>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Project Murdock</a:t>
            </a:r>
            <a:endParaRPr>
              <a:solidFill>
                <a:schemeClr val="lt1"/>
              </a:solidFill>
              <a:latin typeface="Roboto Mono Light"/>
              <a:ea typeface="Roboto Mono Light"/>
              <a:cs typeface="Roboto Mono Light"/>
              <a:sym typeface="Roboto Mono Light"/>
            </a:endParaRPr>
          </a:p>
        </p:txBody>
      </p:sp>
      <p:sp>
        <p:nvSpPr>
          <p:cNvPr id="154" name="Google Shape;154;p3"/>
          <p:cNvSpPr txBox="1"/>
          <p:nvPr>
            <p:ph idx="1" type="body"/>
          </p:nvPr>
        </p:nvSpPr>
        <p:spPr>
          <a:xfrm>
            <a:off x="415600" y="1602700"/>
            <a:ext cx="113608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100"/>
              <a:buNone/>
            </a:pPr>
            <a:r>
              <a:rPr lang="en-US">
                <a:solidFill>
                  <a:schemeClr val="lt1"/>
                </a:solidFill>
                <a:latin typeface="Roboto Medium"/>
                <a:ea typeface="Roboto Medium"/>
                <a:cs typeface="Roboto Medium"/>
                <a:sym typeface="Roboto Medium"/>
              </a:rPr>
              <a:t>Log Line </a:t>
            </a:r>
            <a:endParaRPr>
              <a:solidFill>
                <a:schemeClr val="lt1"/>
              </a:solidFill>
              <a:latin typeface="Roboto Medium"/>
              <a:ea typeface="Roboto Medium"/>
              <a:cs typeface="Roboto Medium"/>
              <a:sym typeface="Roboto Medium"/>
            </a:endParaRPr>
          </a:p>
          <a:p>
            <a:pPr indent="0" lvl="0" marL="0" rtl="0" algn="l">
              <a:lnSpc>
                <a:spcPct val="100000"/>
              </a:lnSpc>
              <a:spcBef>
                <a:spcPts val="0"/>
              </a:spcBef>
              <a:spcAft>
                <a:spcPts val="0"/>
              </a:spcAft>
              <a:buClr>
                <a:schemeClr val="dk1"/>
              </a:buClr>
              <a:buSzPts val="1100"/>
              <a:buNone/>
            </a:pPr>
            <a:r>
              <a:rPr lang="en-US" sz="1600">
                <a:solidFill>
                  <a:srgbClr val="FFFFFF"/>
                </a:solidFill>
                <a:latin typeface="Roboto"/>
                <a:ea typeface="Roboto"/>
                <a:cs typeface="Roboto"/>
                <a:sym typeface="Roboto"/>
              </a:rPr>
              <a:t>The core concept is about exploring what it would be like to be blind, using the Marvel character Daredevil.</a:t>
            </a:r>
            <a:endParaRPr sz="1600">
              <a:solidFill>
                <a:srgbClr val="FFFFFF"/>
              </a:solidFill>
              <a:latin typeface="Roboto"/>
              <a:ea typeface="Roboto"/>
              <a:cs typeface="Roboto"/>
              <a:sym typeface="Roboto"/>
            </a:endParaRPr>
          </a:p>
          <a:p>
            <a:pPr indent="0" lvl="0" marL="0" rtl="0" algn="l">
              <a:lnSpc>
                <a:spcPct val="100000"/>
              </a:lnSpc>
              <a:spcBef>
                <a:spcPts val="1600"/>
              </a:spcBef>
              <a:spcAft>
                <a:spcPts val="0"/>
              </a:spcAft>
              <a:buClr>
                <a:schemeClr val="dk1"/>
              </a:buClr>
              <a:buSzPts val="1100"/>
              <a:buNone/>
            </a:pPr>
            <a:r>
              <a:t/>
            </a:r>
            <a:endParaRPr sz="1867">
              <a:solidFill>
                <a:schemeClr val="lt1"/>
              </a:solidFill>
            </a:endParaRPr>
          </a:p>
          <a:p>
            <a:pPr indent="0" lvl="0" marL="0" rtl="0" algn="l">
              <a:lnSpc>
                <a:spcPct val="100000"/>
              </a:lnSpc>
              <a:spcBef>
                <a:spcPts val="0"/>
              </a:spcBef>
              <a:spcAft>
                <a:spcPts val="0"/>
              </a:spcAft>
              <a:buClr>
                <a:schemeClr val="dk1"/>
              </a:buClr>
              <a:buSzPts val="1100"/>
              <a:buNone/>
            </a:pPr>
            <a:r>
              <a:t/>
            </a:r>
            <a:endParaRPr sz="1867">
              <a:solidFill>
                <a:schemeClr val="lt1"/>
              </a:solidFill>
            </a:endParaRPr>
          </a:p>
          <a:p>
            <a:pPr indent="0" lvl="0" marL="0" rtl="0" algn="l">
              <a:lnSpc>
                <a:spcPct val="100000"/>
              </a:lnSpc>
              <a:spcBef>
                <a:spcPts val="0"/>
              </a:spcBef>
              <a:spcAft>
                <a:spcPts val="0"/>
              </a:spcAft>
              <a:buClr>
                <a:schemeClr val="dk1"/>
              </a:buClr>
              <a:buSzPts val="1100"/>
              <a:buNone/>
            </a:pPr>
            <a:r>
              <a:t/>
            </a:r>
            <a:endParaRPr sz="1600">
              <a:solidFill>
                <a:srgbClr val="FFFFFF"/>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None/>
            </a:pPr>
            <a:r>
              <a:t/>
            </a:r>
            <a:endParaRPr sz="1867">
              <a:solidFill>
                <a:schemeClr val="lt1"/>
              </a:solidFill>
            </a:endParaRPr>
          </a:p>
          <a:p>
            <a:pPr indent="0" lvl="0" marL="0" rtl="0" algn="l">
              <a:lnSpc>
                <a:spcPct val="100000"/>
              </a:lnSpc>
              <a:spcBef>
                <a:spcPts val="0"/>
              </a:spcBef>
              <a:spcAft>
                <a:spcPts val="0"/>
              </a:spcAft>
              <a:buClr>
                <a:schemeClr val="dk1"/>
              </a:buClr>
              <a:buSzPts val="1100"/>
              <a:buNone/>
            </a:pPr>
            <a:r>
              <a:t/>
            </a:r>
            <a:endParaRPr sz="1867">
              <a:solidFill>
                <a:schemeClr val="lt1"/>
              </a:solidFill>
            </a:endParaRPr>
          </a:p>
          <a:p>
            <a:pPr indent="0" lvl="0" marL="0" rtl="0" algn="l">
              <a:lnSpc>
                <a:spcPct val="100000"/>
              </a:lnSpc>
              <a:spcBef>
                <a:spcPts val="0"/>
              </a:spcBef>
              <a:spcAft>
                <a:spcPts val="0"/>
              </a:spcAft>
              <a:buClr>
                <a:schemeClr val="dk1"/>
              </a:buClr>
              <a:buSzPts val="1100"/>
              <a:buNone/>
            </a:pPr>
            <a:r>
              <a:t/>
            </a:r>
            <a:endParaRPr sz="1867">
              <a:solidFill>
                <a:schemeClr val="lt1"/>
              </a:solidFill>
            </a:endParaRPr>
          </a:p>
          <a:p>
            <a:pPr indent="0" lvl="0" marL="0" rtl="0" algn="l">
              <a:lnSpc>
                <a:spcPct val="100000"/>
              </a:lnSpc>
              <a:spcBef>
                <a:spcPts val="0"/>
              </a:spcBef>
              <a:spcAft>
                <a:spcPts val="0"/>
              </a:spcAft>
              <a:buClr>
                <a:schemeClr val="dk1"/>
              </a:buClr>
              <a:buSzPts val="1100"/>
              <a:buNone/>
            </a:pPr>
            <a:br>
              <a:rPr lang="en-US" sz="1867">
                <a:solidFill>
                  <a:schemeClr val="lt1"/>
                </a:solidFill>
              </a:rPr>
            </a:br>
            <a:endParaRPr>
              <a:latin typeface="Roboto Medium"/>
              <a:ea typeface="Roboto Medium"/>
              <a:cs typeface="Roboto Medium"/>
              <a:sym typeface="Roboto Medium"/>
            </a:endParaRPr>
          </a:p>
        </p:txBody>
      </p:sp>
      <p:sp>
        <p:nvSpPr>
          <p:cNvPr id="155" name="Google Shape;155;p3"/>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chemeClr val="lt1"/>
              </a:buClr>
              <a:buSzPts val="1800"/>
              <a:buNone/>
            </a:pPr>
            <a:r>
              <a:rPr lang="en-US">
                <a:solidFill>
                  <a:schemeClr val="lt1"/>
                </a:solidFill>
              </a:rPr>
              <a:t>Project Title</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59" name="Shape 159"/>
        <p:cNvGrpSpPr/>
        <p:nvPr/>
      </p:nvGrpSpPr>
      <p:grpSpPr>
        <a:xfrm>
          <a:off x="0" y="0"/>
          <a:ext cx="0" cy="0"/>
          <a:chOff x="0" y="0"/>
          <a:chExt cx="0" cy="0"/>
        </a:xfrm>
      </p:grpSpPr>
      <p:sp>
        <p:nvSpPr>
          <p:cNvPr id="160" name="Google Shape;160;p4"/>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Synopsis</a:t>
            </a:r>
            <a:endParaRPr>
              <a:solidFill>
                <a:schemeClr val="lt1"/>
              </a:solidFill>
              <a:latin typeface="Roboto Mono Light"/>
              <a:ea typeface="Roboto Mono Light"/>
              <a:cs typeface="Roboto Mono Light"/>
              <a:sym typeface="Roboto Mono Light"/>
            </a:endParaRPr>
          </a:p>
        </p:txBody>
      </p:sp>
      <p:sp>
        <p:nvSpPr>
          <p:cNvPr id="161" name="Google Shape;161;p4"/>
          <p:cNvSpPr txBox="1"/>
          <p:nvPr>
            <p:ph idx="1" type="body"/>
          </p:nvPr>
        </p:nvSpPr>
        <p:spPr>
          <a:xfrm>
            <a:off x="415600" y="1497951"/>
            <a:ext cx="11360800" cy="4659600"/>
          </a:xfrm>
          <a:prstGeom prst="rect">
            <a:avLst/>
          </a:prstGeom>
          <a:noFill/>
          <a:ln>
            <a:noFill/>
          </a:ln>
        </p:spPr>
        <p:txBody>
          <a:bodyPr anchorCtr="0" anchor="t" bIns="121900" lIns="121900" spcFirstLastPara="1" rIns="121900" wrap="square" tIns="0">
            <a:noAutofit/>
          </a:bodyPr>
          <a:lstStyle/>
          <a:p>
            <a:pPr indent="457200" lvl="0" marL="0" rtl="0" algn="l">
              <a:lnSpc>
                <a:spcPct val="100000"/>
              </a:lnSpc>
              <a:spcBef>
                <a:spcPts val="0"/>
              </a:spcBef>
              <a:spcAft>
                <a:spcPts val="0"/>
              </a:spcAft>
              <a:buClr>
                <a:schemeClr val="dk1"/>
              </a:buClr>
              <a:buSzPts val="1800"/>
              <a:buNone/>
            </a:pPr>
            <a:r>
              <a:rPr lang="en-US">
                <a:solidFill>
                  <a:schemeClr val="lt1"/>
                </a:solidFill>
              </a:rPr>
              <a:t>Project Murdock is a narrative-driven, VR experience that follows the life story of Marvel character “Daredevil”, as he learns to navigate the world using his newfound heightened senses and abilities.</a:t>
            </a:r>
            <a:endParaRPr>
              <a:solidFill>
                <a:schemeClr val="lt1"/>
              </a:solidFill>
            </a:endParaRPr>
          </a:p>
          <a:p>
            <a:pPr indent="457200" lvl="0" marL="0" rtl="0" algn="l">
              <a:lnSpc>
                <a:spcPct val="100000"/>
              </a:lnSpc>
              <a:spcBef>
                <a:spcPts val="0"/>
              </a:spcBef>
              <a:spcAft>
                <a:spcPts val="0"/>
              </a:spcAft>
              <a:buClr>
                <a:schemeClr val="dk1"/>
              </a:buClr>
              <a:buSzPts val="1800"/>
              <a:buNone/>
            </a:pPr>
            <a:r>
              <a:rPr lang="en-US">
                <a:solidFill>
                  <a:schemeClr val="lt1"/>
                </a:solidFill>
              </a:rPr>
              <a:t>The project would follow Matt Murdock’s life, as he learns to navigate his new world after the accident that blinded him.</a:t>
            </a:r>
            <a:r>
              <a:rPr lang="en-US">
                <a:solidFill>
                  <a:schemeClr val="lt1"/>
                </a:solidFill>
              </a:rPr>
              <a:t> This would involve the player first exploring the world, with no training or guidance for how to “see”. He would eventually meet his master, “Sticks”, who trains him to hone is other senses to perceive the world in a new way. The project would end by having the player become “Daredevil”.</a:t>
            </a:r>
            <a:endParaRPr>
              <a:solidFill>
                <a:schemeClr val="lt1"/>
              </a:solidFill>
            </a:endParaRPr>
          </a:p>
        </p:txBody>
      </p:sp>
      <p:sp>
        <p:nvSpPr>
          <p:cNvPr id="162" name="Google Shape;162;p4"/>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6" name="Shape 166"/>
        <p:cNvGrpSpPr/>
        <p:nvPr/>
      </p:nvGrpSpPr>
      <p:grpSpPr>
        <a:xfrm>
          <a:off x="0" y="0"/>
          <a:ext cx="0" cy="0"/>
          <a:chOff x="0" y="0"/>
          <a:chExt cx="0" cy="0"/>
        </a:xfrm>
      </p:grpSpPr>
      <p:sp>
        <p:nvSpPr>
          <p:cNvPr id="167" name="Google Shape;167;p5"/>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Inspired</a:t>
            </a:r>
            <a:r>
              <a:rPr lang="en-US">
                <a:solidFill>
                  <a:schemeClr val="lt1"/>
                </a:solidFill>
              </a:rPr>
              <a:t> by</a:t>
            </a:r>
            <a:endParaRPr>
              <a:solidFill>
                <a:schemeClr val="lt1"/>
              </a:solidFill>
            </a:endParaRPr>
          </a:p>
        </p:txBody>
      </p:sp>
      <p:sp>
        <p:nvSpPr>
          <p:cNvPr id="168" name="Google Shape;168;p5"/>
          <p:cNvSpPr txBox="1"/>
          <p:nvPr>
            <p:ph idx="1"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rPr lang="en-US">
                <a:solidFill>
                  <a:schemeClr val="dk1"/>
                </a:solidFill>
              </a:rPr>
              <a:t>Project Title</a:t>
            </a:r>
            <a:endParaRPr>
              <a:solidFill>
                <a:schemeClr val="dk1"/>
              </a:solidFill>
            </a:endParaRPr>
          </a:p>
        </p:txBody>
      </p:sp>
      <p:pic>
        <p:nvPicPr>
          <p:cNvPr id="169" name="Google Shape;169;p5"/>
          <p:cNvPicPr preferRelativeResize="0"/>
          <p:nvPr/>
        </p:nvPicPr>
        <p:blipFill>
          <a:blip r:embed="rId3">
            <a:alphaModFix/>
          </a:blip>
          <a:stretch>
            <a:fillRect/>
          </a:stretch>
        </p:blipFill>
        <p:spPr>
          <a:xfrm>
            <a:off x="556600" y="1602700"/>
            <a:ext cx="5905500" cy="2667000"/>
          </a:xfrm>
          <a:prstGeom prst="rect">
            <a:avLst/>
          </a:prstGeom>
          <a:noFill/>
          <a:ln>
            <a:noFill/>
          </a:ln>
        </p:spPr>
      </p:pic>
      <p:pic>
        <p:nvPicPr>
          <p:cNvPr id="170" name="Google Shape;170;p5"/>
          <p:cNvPicPr preferRelativeResize="0"/>
          <p:nvPr/>
        </p:nvPicPr>
        <p:blipFill>
          <a:blip r:embed="rId4">
            <a:alphaModFix/>
          </a:blip>
          <a:stretch>
            <a:fillRect/>
          </a:stretch>
        </p:blipFill>
        <p:spPr>
          <a:xfrm>
            <a:off x="6600000" y="1602700"/>
            <a:ext cx="5410600" cy="3306478"/>
          </a:xfrm>
          <a:prstGeom prst="rect">
            <a:avLst/>
          </a:prstGeom>
          <a:noFill/>
          <a:ln>
            <a:noFill/>
          </a:ln>
        </p:spPr>
      </p:pic>
      <p:sp>
        <p:nvSpPr>
          <p:cNvPr id="171" name="Google Shape;171;p5"/>
          <p:cNvSpPr txBox="1"/>
          <p:nvPr/>
        </p:nvSpPr>
        <p:spPr>
          <a:xfrm>
            <a:off x="913450" y="5045625"/>
            <a:ext cx="8194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u="sng">
                <a:solidFill>
                  <a:schemeClr val="hlink"/>
                </a:solidFill>
                <a:hlinkClick r:id="rId5"/>
              </a:rPr>
              <a:t>Idea for execution?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175" name="Shape 175"/>
        <p:cNvGrpSpPr/>
        <p:nvPr/>
      </p:nvGrpSpPr>
      <p:grpSpPr>
        <a:xfrm>
          <a:off x="0" y="0"/>
          <a:ext cx="0" cy="0"/>
          <a:chOff x="0" y="0"/>
          <a:chExt cx="0" cy="0"/>
        </a:xfrm>
      </p:grpSpPr>
      <p:sp>
        <p:nvSpPr>
          <p:cNvPr id="176" name="Google Shape;176;p6"/>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What</a:t>
            </a:r>
            <a:r>
              <a:rPr lang="en-US">
                <a:solidFill>
                  <a:schemeClr val="lt1"/>
                </a:solidFill>
              </a:rPr>
              <a:t> is authentic about my XR project</a:t>
            </a:r>
            <a:endParaRPr>
              <a:solidFill>
                <a:schemeClr val="lt1"/>
              </a:solidFill>
            </a:endParaRPr>
          </a:p>
        </p:txBody>
      </p:sp>
      <p:sp>
        <p:nvSpPr>
          <p:cNvPr id="177" name="Google Shape;177;p6"/>
          <p:cNvSpPr txBox="1"/>
          <p:nvPr>
            <p:ph idx="1" type="body"/>
          </p:nvPr>
        </p:nvSpPr>
        <p:spPr>
          <a:xfrm>
            <a:off x="415600" y="1602467"/>
            <a:ext cx="53332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178" name="Google Shape;178;p6"/>
          <p:cNvSpPr txBox="1"/>
          <p:nvPr>
            <p:ph idx="2" type="body"/>
          </p:nvPr>
        </p:nvSpPr>
        <p:spPr>
          <a:xfrm>
            <a:off x="6443200" y="1602467"/>
            <a:ext cx="53332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179" name="Google Shape;179;p6"/>
          <p:cNvSpPr txBox="1"/>
          <p:nvPr>
            <p:ph idx="3"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chemeClr val="lt1"/>
              </a:buClr>
              <a:buSzPts val="1800"/>
              <a:buNone/>
            </a:pPr>
            <a:r>
              <a:rPr lang="en-US">
                <a:solidFill>
                  <a:schemeClr val="lt1"/>
                </a:solidFill>
              </a:rPr>
              <a:t>Project Title</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3" name="Shape 183"/>
        <p:cNvGrpSpPr/>
        <p:nvPr/>
      </p:nvGrpSpPr>
      <p:grpSpPr>
        <a:xfrm>
          <a:off x="0" y="0"/>
          <a:ext cx="0" cy="0"/>
          <a:chOff x="0" y="0"/>
          <a:chExt cx="0" cy="0"/>
        </a:xfrm>
      </p:grpSpPr>
      <p:sp>
        <p:nvSpPr>
          <p:cNvPr id="184" name="Google Shape;184;p7"/>
          <p:cNvSpPr txBox="1"/>
          <p:nvPr>
            <p:ph idx="1" type="body"/>
          </p:nvPr>
        </p:nvSpPr>
        <p:spPr>
          <a:xfrm>
            <a:off x="415600" y="1602700"/>
            <a:ext cx="7239000" cy="4555200"/>
          </a:xfrm>
          <a:prstGeom prst="rect">
            <a:avLst/>
          </a:prstGeom>
          <a:noFill/>
          <a:ln>
            <a:noFill/>
          </a:ln>
        </p:spPr>
        <p:txBody>
          <a:bodyPr anchorCtr="0" anchor="t" bIns="121900" lIns="121900" spcFirstLastPara="1" rIns="121900" wrap="square" tIns="0">
            <a:noAutofit/>
          </a:bodyPr>
          <a:lstStyle/>
          <a:p>
            <a:pPr indent="-342900" lvl="0" marL="457200" rtl="0" algn="l">
              <a:lnSpc>
                <a:spcPct val="100000"/>
              </a:lnSpc>
              <a:spcBef>
                <a:spcPts val="0"/>
              </a:spcBef>
              <a:spcAft>
                <a:spcPts val="0"/>
              </a:spcAft>
              <a:buClr>
                <a:schemeClr val="lt1"/>
              </a:buClr>
              <a:buSzPts val="1800"/>
              <a:buChar char="●"/>
            </a:pPr>
            <a:r>
              <a:rPr lang="en-US">
                <a:solidFill>
                  <a:schemeClr val="lt1"/>
                </a:solidFill>
              </a:rPr>
              <a:t>Murdock would be able to see his own body, but not his environment:</a:t>
            </a:r>
            <a:endParaRPr>
              <a:solidFill>
                <a:schemeClr val="lt1"/>
              </a:solidFill>
            </a:endParaRPr>
          </a:p>
          <a:p>
            <a:pPr indent="-317500" lvl="1" marL="914400" rtl="0" algn="l">
              <a:lnSpc>
                <a:spcPct val="100000"/>
              </a:lnSpc>
              <a:spcBef>
                <a:spcPts val="0"/>
              </a:spcBef>
              <a:spcAft>
                <a:spcPts val="0"/>
              </a:spcAft>
              <a:buClr>
                <a:schemeClr val="lt1"/>
              </a:buClr>
              <a:buSzPts val="1400"/>
              <a:buChar char="●"/>
            </a:pPr>
            <a:r>
              <a:rPr lang="en-US">
                <a:solidFill>
                  <a:schemeClr val="lt1"/>
                </a:solidFill>
              </a:rPr>
              <a:t>This also includes anything that he comes into contact with, albeit in a more blurry resolution</a:t>
            </a:r>
            <a:endParaRPr>
              <a:solidFill>
                <a:schemeClr val="lt1"/>
              </a:solidFill>
            </a:endParaRPr>
          </a:p>
          <a:p>
            <a:pPr indent="-342900" lvl="0" marL="457200" rtl="0" algn="l">
              <a:lnSpc>
                <a:spcPct val="100000"/>
              </a:lnSpc>
              <a:spcBef>
                <a:spcPts val="0"/>
              </a:spcBef>
              <a:spcAft>
                <a:spcPts val="0"/>
              </a:spcAft>
              <a:buClr>
                <a:schemeClr val="lt1"/>
              </a:buClr>
              <a:buSzPts val="1800"/>
              <a:buChar char="●"/>
            </a:pPr>
            <a:r>
              <a:rPr lang="en-US">
                <a:solidFill>
                  <a:schemeClr val="lt1"/>
                </a:solidFill>
              </a:rPr>
              <a:t>Murdock’s unique trait is his heightened senses, the focus for this project being:</a:t>
            </a:r>
            <a:endParaRPr>
              <a:solidFill>
                <a:schemeClr val="lt1"/>
              </a:solidFill>
            </a:endParaRPr>
          </a:p>
          <a:p>
            <a:pPr indent="-317500" lvl="1" marL="914400" rtl="0" algn="l">
              <a:lnSpc>
                <a:spcPct val="100000"/>
              </a:lnSpc>
              <a:spcBef>
                <a:spcPts val="0"/>
              </a:spcBef>
              <a:spcAft>
                <a:spcPts val="0"/>
              </a:spcAft>
              <a:buClr>
                <a:schemeClr val="lt1"/>
              </a:buClr>
              <a:buSzPts val="1400"/>
              <a:buChar char="●"/>
            </a:pPr>
            <a:r>
              <a:rPr lang="en-US">
                <a:solidFill>
                  <a:schemeClr val="lt1"/>
                </a:solidFill>
              </a:rPr>
              <a:t>Hearing - </a:t>
            </a:r>
            <a:r>
              <a:rPr lang="en-US" sz="2000">
                <a:solidFill>
                  <a:schemeClr val="lt1"/>
                </a:solidFill>
              </a:rPr>
              <a:t>Visualized doppler effect, with sound being enhanced</a:t>
            </a:r>
            <a:endParaRPr sz="2000">
              <a:solidFill>
                <a:schemeClr val="lt1"/>
              </a:solidFill>
            </a:endParaRPr>
          </a:p>
          <a:p>
            <a:pPr indent="-317500" lvl="1" marL="914400" rtl="0" algn="l">
              <a:lnSpc>
                <a:spcPct val="100000"/>
              </a:lnSpc>
              <a:spcBef>
                <a:spcPts val="0"/>
              </a:spcBef>
              <a:spcAft>
                <a:spcPts val="0"/>
              </a:spcAft>
              <a:buClr>
                <a:schemeClr val="lt1"/>
              </a:buClr>
              <a:buSzPts val="1400"/>
              <a:buChar char="●"/>
            </a:pPr>
            <a:r>
              <a:rPr lang="en-US">
                <a:solidFill>
                  <a:schemeClr val="lt1"/>
                </a:solidFill>
              </a:rPr>
              <a:t>Touch - </a:t>
            </a:r>
            <a:r>
              <a:rPr lang="en-US" sz="1900">
                <a:solidFill>
                  <a:schemeClr val="lt1"/>
                </a:solidFill>
              </a:rPr>
              <a:t>Hands and body will physically collide with world</a:t>
            </a:r>
            <a:endParaRPr sz="1900">
              <a:solidFill>
                <a:schemeClr val="lt1"/>
              </a:solidFill>
            </a:endParaRPr>
          </a:p>
          <a:p>
            <a:pPr indent="-317500" lvl="1" marL="914400" rtl="0" algn="l">
              <a:lnSpc>
                <a:spcPct val="100000"/>
              </a:lnSpc>
              <a:spcBef>
                <a:spcPts val="0"/>
              </a:spcBef>
              <a:spcAft>
                <a:spcPts val="0"/>
              </a:spcAft>
              <a:buClr>
                <a:schemeClr val="lt1"/>
              </a:buClr>
              <a:buSzPts val="1400"/>
              <a:buChar char="●"/>
            </a:pPr>
            <a:r>
              <a:rPr lang="en-US">
                <a:solidFill>
                  <a:schemeClr val="lt1"/>
                </a:solidFill>
              </a:rPr>
              <a:t>Smell - </a:t>
            </a:r>
            <a:r>
              <a:rPr lang="en-US" sz="2000">
                <a:solidFill>
                  <a:schemeClr val="lt1"/>
                </a:solidFill>
              </a:rPr>
              <a:t>Access a “smell” world, where you can “see” smells</a:t>
            </a:r>
            <a:endParaRPr sz="2000">
              <a:solidFill>
                <a:schemeClr val="lt1"/>
              </a:solidFill>
            </a:endParaRPr>
          </a:p>
        </p:txBody>
      </p:sp>
      <p:sp>
        <p:nvSpPr>
          <p:cNvPr id="185" name="Google Shape;185;p7"/>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XR interaction</a:t>
            </a:r>
            <a:endParaRPr>
              <a:solidFill>
                <a:schemeClr val="lt1"/>
              </a:solidFill>
              <a:latin typeface="Roboto Mono Light"/>
              <a:ea typeface="Roboto Mono Light"/>
              <a:cs typeface="Roboto Mono Light"/>
              <a:sym typeface="Roboto Mono Light"/>
            </a:endParaRPr>
          </a:p>
        </p:txBody>
      </p:sp>
      <p:sp>
        <p:nvSpPr>
          <p:cNvPr id="186" name="Google Shape;186;p7"/>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pic>
        <p:nvPicPr>
          <p:cNvPr id="187" name="Google Shape;187;p7"/>
          <p:cNvPicPr preferRelativeResize="0"/>
          <p:nvPr/>
        </p:nvPicPr>
        <p:blipFill>
          <a:blip r:embed="rId3">
            <a:alphaModFix/>
          </a:blip>
          <a:stretch>
            <a:fillRect/>
          </a:stretch>
        </p:blipFill>
        <p:spPr>
          <a:xfrm>
            <a:off x="7438106" y="3688500"/>
            <a:ext cx="4338294" cy="2440300"/>
          </a:xfrm>
          <a:prstGeom prst="rect">
            <a:avLst/>
          </a:prstGeom>
          <a:noFill/>
          <a:ln>
            <a:noFill/>
          </a:ln>
        </p:spPr>
      </p:pic>
      <p:pic>
        <p:nvPicPr>
          <p:cNvPr id="188" name="Google Shape;188;p7"/>
          <p:cNvPicPr preferRelativeResize="0"/>
          <p:nvPr/>
        </p:nvPicPr>
        <p:blipFill>
          <a:blip r:embed="rId4">
            <a:alphaModFix/>
          </a:blip>
          <a:stretch>
            <a:fillRect/>
          </a:stretch>
        </p:blipFill>
        <p:spPr>
          <a:xfrm>
            <a:off x="7783175" y="1030750"/>
            <a:ext cx="3993226" cy="2440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192" name="Shape 192"/>
        <p:cNvGrpSpPr/>
        <p:nvPr/>
      </p:nvGrpSpPr>
      <p:grpSpPr>
        <a:xfrm>
          <a:off x="0" y="0"/>
          <a:ext cx="0" cy="0"/>
          <a:chOff x="0" y="0"/>
          <a:chExt cx="0" cy="0"/>
        </a:xfrm>
      </p:grpSpPr>
      <p:sp>
        <p:nvSpPr>
          <p:cNvPr id="193" name="Google Shape;193;p8"/>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Genre of the project</a:t>
            </a:r>
            <a:endParaRPr>
              <a:solidFill>
                <a:schemeClr val="lt1"/>
              </a:solidFill>
              <a:latin typeface="Roboto Mono Light"/>
              <a:ea typeface="Roboto Mono Light"/>
              <a:cs typeface="Roboto Mono Light"/>
              <a:sym typeface="Roboto Mono Light"/>
            </a:endParaRPr>
          </a:p>
        </p:txBody>
      </p:sp>
      <p:sp>
        <p:nvSpPr>
          <p:cNvPr id="194" name="Google Shape;194;p8"/>
          <p:cNvSpPr txBox="1"/>
          <p:nvPr>
            <p:ph idx="1" type="body"/>
          </p:nvPr>
        </p:nvSpPr>
        <p:spPr>
          <a:xfrm>
            <a:off x="415600" y="1602700"/>
            <a:ext cx="5536000" cy="4555200"/>
          </a:xfrm>
          <a:prstGeom prst="rect">
            <a:avLst/>
          </a:prstGeom>
          <a:noFill/>
          <a:ln>
            <a:noFill/>
          </a:ln>
        </p:spPr>
        <p:txBody>
          <a:bodyPr anchorCtr="0" anchor="t" bIns="121900" lIns="121900" spcFirstLastPara="1" rIns="121900" wrap="square" tIns="0">
            <a:noAutofit/>
          </a:bodyPr>
          <a:lstStyle/>
          <a:p>
            <a:pPr indent="-342900" lvl="0" marL="457200" rtl="0" algn="l">
              <a:lnSpc>
                <a:spcPct val="100000"/>
              </a:lnSpc>
              <a:spcBef>
                <a:spcPts val="0"/>
              </a:spcBef>
              <a:spcAft>
                <a:spcPts val="0"/>
              </a:spcAft>
              <a:buClr>
                <a:schemeClr val="lt1"/>
              </a:buClr>
              <a:buSzPts val="1800"/>
              <a:buChar char="●"/>
            </a:pPr>
            <a:r>
              <a:rPr lang="en-US">
                <a:solidFill>
                  <a:schemeClr val="lt1"/>
                </a:solidFill>
              </a:rPr>
              <a:t>Action, Fantasy</a:t>
            </a:r>
            <a:endParaRPr>
              <a:solidFill>
                <a:schemeClr val="lt1"/>
              </a:solidFill>
            </a:endParaRPr>
          </a:p>
        </p:txBody>
      </p:sp>
      <p:sp>
        <p:nvSpPr>
          <p:cNvPr id="195" name="Google Shape;195;p8"/>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chemeClr val="lt1"/>
              </a:buClr>
              <a:buSzPts val="1800"/>
              <a:buNone/>
            </a:pPr>
            <a:r>
              <a:rPr lang="en-US">
                <a:solidFill>
                  <a:schemeClr val="lt1"/>
                </a:solidFill>
              </a:rPr>
              <a:t>Project Title</a:t>
            </a:r>
            <a:endParaRPr>
              <a:solidFill>
                <a:schemeClr val="lt1"/>
              </a:solidFill>
            </a:endParaRPr>
          </a:p>
        </p:txBody>
      </p:sp>
      <p:sp>
        <p:nvSpPr>
          <p:cNvPr id="196" name="Google Shape;196;p8"/>
          <p:cNvSpPr/>
          <p:nvPr>
            <p:ph idx="3" type="pic"/>
          </p:nvPr>
        </p:nvSpPr>
        <p:spPr>
          <a:xfrm>
            <a:off x="6096100" y="1602467"/>
            <a:ext cx="1978800" cy="2013200"/>
          </a:xfrm>
          <a:prstGeom prst="rect">
            <a:avLst/>
          </a:prstGeom>
          <a:noFill/>
          <a:ln>
            <a:noFill/>
          </a:ln>
        </p:spPr>
      </p:sp>
      <p:sp>
        <p:nvSpPr>
          <p:cNvPr id="197" name="Google Shape;197;p8"/>
          <p:cNvSpPr/>
          <p:nvPr>
            <p:ph idx="4" type="pic"/>
          </p:nvPr>
        </p:nvSpPr>
        <p:spPr>
          <a:xfrm>
            <a:off x="8219233" y="1602467"/>
            <a:ext cx="3813600" cy="2013200"/>
          </a:xfrm>
          <a:prstGeom prst="rect">
            <a:avLst/>
          </a:prstGeom>
          <a:noFill/>
          <a:ln>
            <a:noFill/>
          </a:ln>
        </p:spPr>
      </p:sp>
      <p:sp>
        <p:nvSpPr>
          <p:cNvPr id="198" name="Google Shape;198;p8"/>
          <p:cNvSpPr/>
          <p:nvPr>
            <p:ph idx="5" type="pic"/>
          </p:nvPr>
        </p:nvSpPr>
        <p:spPr>
          <a:xfrm>
            <a:off x="6096100" y="3734467"/>
            <a:ext cx="5936800" cy="2423600"/>
          </a:xfrm>
          <a:prstGeom prst="rect">
            <a:avLst/>
          </a:prstGeom>
          <a:no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02" name="Shape 202"/>
        <p:cNvGrpSpPr/>
        <p:nvPr/>
      </p:nvGrpSpPr>
      <p:grpSpPr>
        <a:xfrm>
          <a:off x="0" y="0"/>
          <a:ext cx="0" cy="0"/>
          <a:chOff x="0" y="0"/>
          <a:chExt cx="0" cy="0"/>
        </a:xfrm>
      </p:grpSpPr>
      <p:sp>
        <p:nvSpPr>
          <p:cNvPr id="203" name="Google Shape;203;p9"/>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Tone of the project</a:t>
            </a:r>
            <a:endParaRPr>
              <a:solidFill>
                <a:schemeClr val="lt1"/>
              </a:solidFill>
              <a:latin typeface="Roboto Mono Light"/>
              <a:ea typeface="Roboto Mono Light"/>
              <a:cs typeface="Roboto Mono Light"/>
              <a:sym typeface="Roboto Mono Light"/>
            </a:endParaRPr>
          </a:p>
        </p:txBody>
      </p:sp>
      <p:sp>
        <p:nvSpPr>
          <p:cNvPr id="204" name="Google Shape;204;p9"/>
          <p:cNvSpPr txBox="1"/>
          <p:nvPr>
            <p:ph idx="1" type="body"/>
          </p:nvPr>
        </p:nvSpPr>
        <p:spPr>
          <a:xfrm>
            <a:off x="415600" y="1602700"/>
            <a:ext cx="112668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205" name="Google Shape;205;p9"/>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09" name="Shape 209"/>
        <p:cNvGrpSpPr/>
        <p:nvPr/>
      </p:nvGrpSpPr>
      <p:grpSpPr>
        <a:xfrm>
          <a:off x="0" y="0"/>
          <a:ext cx="0" cy="0"/>
          <a:chOff x="0" y="0"/>
          <a:chExt cx="0" cy="0"/>
        </a:xfrm>
      </p:grpSpPr>
      <p:sp>
        <p:nvSpPr>
          <p:cNvPr id="210" name="Google Shape;210;p10"/>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Calibri"/>
              <a:buNone/>
            </a:pPr>
            <a:r>
              <a:rPr lang="en-US">
                <a:solidFill>
                  <a:schemeClr val="lt1"/>
                </a:solidFill>
              </a:rPr>
              <a:t>Color </a:t>
            </a:r>
            <a:r>
              <a:rPr lang="en-US">
                <a:solidFill>
                  <a:schemeClr val="lt1"/>
                </a:solidFill>
                <a:latin typeface="Roboto Mono Light"/>
                <a:ea typeface="Roboto Mono Light"/>
                <a:cs typeface="Roboto Mono Light"/>
                <a:sym typeface="Roboto Mono Light"/>
              </a:rPr>
              <a:t>tones</a:t>
            </a:r>
            <a:r>
              <a:rPr lang="en-US">
                <a:solidFill>
                  <a:schemeClr val="lt1"/>
                </a:solidFill>
              </a:rPr>
              <a:t>/themes</a:t>
            </a:r>
            <a:endParaRPr>
              <a:solidFill>
                <a:schemeClr val="lt1"/>
              </a:solidFill>
            </a:endParaRPr>
          </a:p>
        </p:txBody>
      </p:sp>
      <p:sp>
        <p:nvSpPr>
          <p:cNvPr id="211" name="Google Shape;211;p10"/>
          <p:cNvSpPr txBox="1"/>
          <p:nvPr>
            <p:ph idx="1"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
        <p:nvSpPr>
          <p:cNvPr id="212" name="Google Shape;212;p10"/>
          <p:cNvSpPr/>
          <p:nvPr>
            <p:ph idx="2" type="pic"/>
          </p:nvPr>
        </p:nvSpPr>
        <p:spPr>
          <a:xfrm>
            <a:off x="4315700" y="1602700"/>
            <a:ext cx="3567600" cy="4555200"/>
          </a:xfrm>
          <a:prstGeom prst="rect">
            <a:avLst/>
          </a:prstGeom>
          <a:noFill/>
          <a:ln>
            <a:noFill/>
          </a:ln>
        </p:spPr>
      </p:sp>
      <p:sp>
        <p:nvSpPr>
          <p:cNvPr id="213" name="Google Shape;213;p10"/>
          <p:cNvSpPr/>
          <p:nvPr>
            <p:ph idx="3" type="pic"/>
          </p:nvPr>
        </p:nvSpPr>
        <p:spPr>
          <a:xfrm>
            <a:off x="571100" y="1602700"/>
            <a:ext cx="3567600" cy="4555200"/>
          </a:xfrm>
          <a:prstGeom prst="rect">
            <a:avLst/>
          </a:prstGeom>
          <a:noFill/>
          <a:ln>
            <a:noFill/>
          </a:ln>
        </p:spPr>
      </p:sp>
      <p:sp>
        <p:nvSpPr>
          <p:cNvPr id="214" name="Google Shape;214;p10"/>
          <p:cNvSpPr/>
          <p:nvPr>
            <p:ph idx="4" type="pic"/>
          </p:nvPr>
        </p:nvSpPr>
        <p:spPr>
          <a:xfrm>
            <a:off x="8060300" y="1602700"/>
            <a:ext cx="3567600" cy="4555200"/>
          </a:xfrm>
          <a:prstGeom prst="rect">
            <a:avLst/>
          </a:prstGeom>
          <a:no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18" name="Shape 218"/>
        <p:cNvGrpSpPr/>
        <p:nvPr/>
      </p:nvGrpSpPr>
      <p:grpSpPr>
        <a:xfrm>
          <a:off x="0" y="0"/>
          <a:ext cx="0" cy="0"/>
          <a:chOff x="0" y="0"/>
          <a:chExt cx="0" cy="0"/>
        </a:xfrm>
      </p:grpSpPr>
      <p:sp>
        <p:nvSpPr>
          <p:cNvPr id="219" name="Google Shape;219;p11"/>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Music style references</a:t>
            </a:r>
            <a:endParaRPr>
              <a:solidFill>
                <a:schemeClr val="lt1"/>
              </a:solidFill>
              <a:latin typeface="Roboto Mono Light"/>
              <a:ea typeface="Roboto Mono Light"/>
              <a:cs typeface="Roboto Mono Light"/>
              <a:sym typeface="Roboto Mono Light"/>
            </a:endParaRPr>
          </a:p>
        </p:txBody>
      </p:sp>
      <p:sp>
        <p:nvSpPr>
          <p:cNvPr id="220" name="Google Shape;220;p11"/>
          <p:cNvSpPr txBox="1"/>
          <p:nvPr>
            <p:ph idx="1" type="body"/>
          </p:nvPr>
        </p:nvSpPr>
        <p:spPr>
          <a:xfrm>
            <a:off x="415600" y="1602700"/>
            <a:ext cx="113608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221" name="Google Shape;221;p11"/>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25" name="Shape 225"/>
        <p:cNvGrpSpPr/>
        <p:nvPr/>
      </p:nvGrpSpPr>
      <p:grpSpPr>
        <a:xfrm>
          <a:off x="0" y="0"/>
          <a:ext cx="0" cy="0"/>
          <a:chOff x="0" y="0"/>
          <a:chExt cx="0" cy="0"/>
        </a:xfrm>
      </p:grpSpPr>
      <p:sp>
        <p:nvSpPr>
          <p:cNvPr id="226" name="Google Shape;226;p12"/>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Sound</a:t>
            </a:r>
            <a:r>
              <a:rPr lang="en-US">
                <a:solidFill>
                  <a:schemeClr val="lt1"/>
                </a:solidFill>
              </a:rPr>
              <a:t> design</a:t>
            </a:r>
            <a:endParaRPr>
              <a:solidFill>
                <a:schemeClr val="lt1"/>
              </a:solidFill>
            </a:endParaRPr>
          </a:p>
        </p:txBody>
      </p:sp>
      <p:sp>
        <p:nvSpPr>
          <p:cNvPr id="227" name="Google Shape;227;p12"/>
          <p:cNvSpPr txBox="1"/>
          <p:nvPr>
            <p:ph idx="1" type="body"/>
          </p:nvPr>
        </p:nvSpPr>
        <p:spPr>
          <a:xfrm>
            <a:off x="415600" y="1602700"/>
            <a:ext cx="113608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228" name="Google Shape;228;p12"/>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32" name="Shape 232"/>
        <p:cNvGrpSpPr/>
        <p:nvPr/>
      </p:nvGrpSpPr>
      <p:grpSpPr>
        <a:xfrm>
          <a:off x="0" y="0"/>
          <a:ext cx="0" cy="0"/>
          <a:chOff x="0" y="0"/>
          <a:chExt cx="0" cy="0"/>
        </a:xfrm>
      </p:grpSpPr>
      <p:sp>
        <p:nvSpPr>
          <p:cNvPr id="233" name="Google Shape;233;p13"/>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Dialogue</a:t>
            </a:r>
            <a:r>
              <a:rPr lang="en-US">
                <a:solidFill>
                  <a:schemeClr val="lt1"/>
                </a:solidFill>
              </a:rPr>
              <a:t>/voice over?</a:t>
            </a:r>
            <a:endParaRPr>
              <a:solidFill>
                <a:schemeClr val="lt1"/>
              </a:solidFill>
            </a:endParaRPr>
          </a:p>
        </p:txBody>
      </p:sp>
      <p:sp>
        <p:nvSpPr>
          <p:cNvPr id="234" name="Google Shape;234;p13"/>
          <p:cNvSpPr txBox="1"/>
          <p:nvPr>
            <p:ph idx="1" type="body"/>
          </p:nvPr>
        </p:nvSpPr>
        <p:spPr>
          <a:xfrm>
            <a:off x="415600" y="1602700"/>
            <a:ext cx="113608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235" name="Google Shape;235;p13"/>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39" name="Shape 239"/>
        <p:cNvGrpSpPr/>
        <p:nvPr/>
      </p:nvGrpSpPr>
      <p:grpSpPr>
        <a:xfrm>
          <a:off x="0" y="0"/>
          <a:ext cx="0" cy="0"/>
          <a:chOff x="0" y="0"/>
          <a:chExt cx="0" cy="0"/>
        </a:xfrm>
      </p:grpSpPr>
      <p:sp>
        <p:nvSpPr>
          <p:cNvPr id="240" name="Google Shape;240;p14"/>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Storyboards - Concept Design - Levels</a:t>
            </a:r>
            <a:endParaRPr>
              <a:solidFill>
                <a:schemeClr val="lt1"/>
              </a:solidFill>
              <a:latin typeface="Roboto Mono Light"/>
              <a:ea typeface="Roboto Mono Light"/>
              <a:cs typeface="Roboto Mono Light"/>
              <a:sym typeface="Roboto Mono Light"/>
            </a:endParaRPr>
          </a:p>
        </p:txBody>
      </p:sp>
      <p:sp>
        <p:nvSpPr>
          <p:cNvPr id="241" name="Google Shape;241;p14"/>
          <p:cNvSpPr txBox="1"/>
          <p:nvPr>
            <p:ph idx="1"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
        <p:nvSpPr>
          <p:cNvPr id="242" name="Google Shape;242;p14"/>
          <p:cNvSpPr/>
          <p:nvPr>
            <p:ph idx="2" type="pic"/>
          </p:nvPr>
        </p:nvSpPr>
        <p:spPr>
          <a:xfrm>
            <a:off x="6310600" y="1602700"/>
            <a:ext cx="3567600" cy="4555200"/>
          </a:xfrm>
          <a:prstGeom prst="rect">
            <a:avLst/>
          </a:prstGeom>
          <a:noFill/>
          <a:ln>
            <a:noFill/>
          </a:ln>
        </p:spPr>
      </p:sp>
      <p:sp>
        <p:nvSpPr>
          <p:cNvPr id="243" name="Google Shape;243;p14"/>
          <p:cNvSpPr/>
          <p:nvPr>
            <p:ph idx="3" type="pic"/>
          </p:nvPr>
        </p:nvSpPr>
        <p:spPr>
          <a:xfrm>
            <a:off x="2313784" y="1602700"/>
            <a:ext cx="3567600" cy="4555200"/>
          </a:xfrm>
          <a:prstGeom prst="rect">
            <a:avLst/>
          </a:prstGeom>
          <a:no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47" name="Shape 247"/>
        <p:cNvGrpSpPr/>
        <p:nvPr/>
      </p:nvGrpSpPr>
      <p:grpSpPr>
        <a:xfrm>
          <a:off x="0" y="0"/>
          <a:ext cx="0" cy="0"/>
          <a:chOff x="0" y="0"/>
          <a:chExt cx="0" cy="0"/>
        </a:xfrm>
      </p:grpSpPr>
      <p:sp>
        <p:nvSpPr>
          <p:cNvPr id="248" name="Google Shape;248;p15"/>
          <p:cNvSpPr/>
          <p:nvPr>
            <p:ph idx="2" type="pic"/>
          </p:nvPr>
        </p:nvSpPr>
        <p:spPr>
          <a:xfrm>
            <a:off x="6096100" y="1602467"/>
            <a:ext cx="1978800" cy="1938000"/>
          </a:xfrm>
          <a:prstGeom prst="rect">
            <a:avLst/>
          </a:prstGeom>
          <a:noFill/>
          <a:ln>
            <a:noFill/>
          </a:ln>
        </p:spPr>
      </p:sp>
      <p:sp>
        <p:nvSpPr>
          <p:cNvPr id="249" name="Google Shape;249;p15"/>
          <p:cNvSpPr/>
          <p:nvPr>
            <p:ph idx="3" type="pic"/>
          </p:nvPr>
        </p:nvSpPr>
        <p:spPr>
          <a:xfrm>
            <a:off x="8219233" y="1602467"/>
            <a:ext cx="3813600" cy="1938000"/>
          </a:xfrm>
          <a:prstGeom prst="rect">
            <a:avLst/>
          </a:prstGeom>
          <a:noFill/>
          <a:ln>
            <a:noFill/>
          </a:ln>
        </p:spPr>
      </p:sp>
      <p:sp>
        <p:nvSpPr>
          <p:cNvPr id="250" name="Google Shape;250;p15"/>
          <p:cNvSpPr/>
          <p:nvPr>
            <p:ph idx="4" type="pic"/>
          </p:nvPr>
        </p:nvSpPr>
        <p:spPr>
          <a:xfrm>
            <a:off x="6096100" y="3683200"/>
            <a:ext cx="3813600" cy="2474800"/>
          </a:xfrm>
          <a:prstGeom prst="rect">
            <a:avLst/>
          </a:prstGeom>
          <a:noFill/>
          <a:ln>
            <a:noFill/>
          </a:ln>
        </p:spPr>
      </p:sp>
      <p:sp>
        <p:nvSpPr>
          <p:cNvPr id="251" name="Google Shape;251;p15"/>
          <p:cNvSpPr/>
          <p:nvPr>
            <p:ph idx="5" type="pic"/>
          </p:nvPr>
        </p:nvSpPr>
        <p:spPr>
          <a:xfrm>
            <a:off x="3972833" y="1602867"/>
            <a:ext cx="1978800" cy="4555200"/>
          </a:xfrm>
          <a:prstGeom prst="rect">
            <a:avLst/>
          </a:prstGeom>
          <a:noFill/>
          <a:ln>
            <a:noFill/>
          </a:ln>
        </p:spPr>
      </p:sp>
      <p:sp>
        <p:nvSpPr>
          <p:cNvPr id="252" name="Google Shape;252;p15"/>
          <p:cNvSpPr/>
          <p:nvPr>
            <p:ph idx="6" type="pic"/>
          </p:nvPr>
        </p:nvSpPr>
        <p:spPr>
          <a:xfrm>
            <a:off x="10054233" y="3684700"/>
            <a:ext cx="1978800" cy="2474800"/>
          </a:xfrm>
          <a:prstGeom prst="rect">
            <a:avLst/>
          </a:prstGeom>
          <a:noFill/>
          <a:ln>
            <a:noFill/>
          </a:ln>
        </p:spPr>
      </p:sp>
      <p:sp>
        <p:nvSpPr>
          <p:cNvPr id="253" name="Google Shape;253;p15"/>
          <p:cNvSpPr txBox="1"/>
          <p:nvPr>
            <p:ph idx="1" type="body"/>
          </p:nvPr>
        </p:nvSpPr>
        <p:spPr>
          <a:xfrm>
            <a:off x="415600" y="1602700"/>
            <a:ext cx="33920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254" name="Google Shape;254;p15"/>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Characters?</a:t>
            </a:r>
            <a:endParaRPr>
              <a:solidFill>
                <a:schemeClr val="lt1"/>
              </a:solidFill>
              <a:latin typeface="Roboto Mono Light"/>
              <a:ea typeface="Roboto Mono Light"/>
              <a:cs typeface="Roboto Mono Light"/>
              <a:sym typeface="Roboto Mono Light"/>
            </a:endParaRPr>
          </a:p>
        </p:txBody>
      </p:sp>
      <p:sp>
        <p:nvSpPr>
          <p:cNvPr id="255" name="Google Shape;255;p15"/>
          <p:cNvSpPr txBox="1"/>
          <p:nvPr>
            <p:ph idx="7"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59" name="Shape 259"/>
        <p:cNvGrpSpPr/>
        <p:nvPr/>
      </p:nvGrpSpPr>
      <p:grpSpPr>
        <a:xfrm>
          <a:off x="0" y="0"/>
          <a:ext cx="0" cy="0"/>
          <a:chOff x="0" y="0"/>
          <a:chExt cx="0" cy="0"/>
        </a:xfrm>
      </p:grpSpPr>
      <p:sp>
        <p:nvSpPr>
          <p:cNvPr id="260" name="Google Shape;260;p16"/>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Environments</a:t>
            </a:r>
            <a:endParaRPr>
              <a:solidFill>
                <a:schemeClr val="lt1"/>
              </a:solidFill>
              <a:latin typeface="Roboto Mono Light"/>
              <a:ea typeface="Roboto Mono Light"/>
              <a:cs typeface="Roboto Mono Light"/>
              <a:sym typeface="Roboto Mono Light"/>
            </a:endParaRPr>
          </a:p>
        </p:txBody>
      </p:sp>
      <p:sp>
        <p:nvSpPr>
          <p:cNvPr id="261" name="Google Shape;261;p16"/>
          <p:cNvSpPr txBox="1"/>
          <p:nvPr>
            <p:ph idx="1" type="body"/>
          </p:nvPr>
        </p:nvSpPr>
        <p:spPr>
          <a:xfrm>
            <a:off x="415600" y="1602700"/>
            <a:ext cx="55360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262" name="Google Shape;262;p16"/>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
        <p:nvSpPr>
          <p:cNvPr id="263" name="Google Shape;263;p16"/>
          <p:cNvSpPr/>
          <p:nvPr>
            <p:ph idx="3" type="pic"/>
          </p:nvPr>
        </p:nvSpPr>
        <p:spPr>
          <a:xfrm>
            <a:off x="6096100" y="1602467"/>
            <a:ext cx="1978800" cy="2013200"/>
          </a:xfrm>
          <a:prstGeom prst="rect">
            <a:avLst/>
          </a:prstGeom>
          <a:noFill/>
          <a:ln>
            <a:noFill/>
          </a:ln>
        </p:spPr>
      </p:sp>
      <p:sp>
        <p:nvSpPr>
          <p:cNvPr id="264" name="Google Shape;264;p16"/>
          <p:cNvSpPr/>
          <p:nvPr>
            <p:ph idx="4" type="pic"/>
          </p:nvPr>
        </p:nvSpPr>
        <p:spPr>
          <a:xfrm>
            <a:off x="8219233" y="1602467"/>
            <a:ext cx="3813600" cy="2013200"/>
          </a:xfrm>
          <a:prstGeom prst="rect">
            <a:avLst/>
          </a:prstGeom>
          <a:noFill/>
          <a:ln>
            <a:noFill/>
          </a:ln>
        </p:spPr>
      </p:sp>
      <p:sp>
        <p:nvSpPr>
          <p:cNvPr id="265" name="Google Shape;265;p16"/>
          <p:cNvSpPr/>
          <p:nvPr>
            <p:ph idx="5" type="pic"/>
          </p:nvPr>
        </p:nvSpPr>
        <p:spPr>
          <a:xfrm>
            <a:off x="6096100" y="3734467"/>
            <a:ext cx="5936800" cy="2423600"/>
          </a:xfrm>
          <a:prstGeom prst="rect">
            <a:avLst/>
          </a:prstGeom>
          <a:no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69" name="Shape 269"/>
        <p:cNvGrpSpPr/>
        <p:nvPr/>
      </p:nvGrpSpPr>
      <p:grpSpPr>
        <a:xfrm>
          <a:off x="0" y="0"/>
          <a:ext cx="0" cy="0"/>
          <a:chOff x="0" y="0"/>
          <a:chExt cx="0" cy="0"/>
        </a:xfrm>
      </p:grpSpPr>
      <p:sp>
        <p:nvSpPr>
          <p:cNvPr id="270" name="Google Shape;270;p17"/>
          <p:cNvSpPr txBox="1"/>
          <p:nvPr>
            <p:ph type="title"/>
          </p:nvPr>
        </p:nvSpPr>
        <p:spPr>
          <a:xfrm>
            <a:off x="415600" y="386200"/>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Clr>
                <a:schemeClr val="lt1"/>
              </a:buClr>
              <a:buSzPts val="3200"/>
              <a:buFont typeface="Roboto Mono Light"/>
              <a:buNone/>
            </a:pPr>
            <a:r>
              <a:rPr lang="en-US">
                <a:solidFill>
                  <a:schemeClr val="lt1"/>
                </a:solidFill>
                <a:latin typeface="Roboto Mono Light"/>
                <a:ea typeface="Roboto Mono Light"/>
                <a:cs typeface="Roboto Mono Light"/>
                <a:sym typeface="Roboto Mono Light"/>
              </a:rPr>
              <a:t>Other references</a:t>
            </a:r>
            <a:endParaRPr>
              <a:solidFill>
                <a:schemeClr val="lt1"/>
              </a:solidFill>
              <a:latin typeface="Roboto Mono Light"/>
              <a:ea typeface="Roboto Mono Light"/>
              <a:cs typeface="Roboto Mono Light"/>
              <a:sym typeface="Roboto Mono Light"/>
            </a:endParaRPr>
          </a:p>
        </p:txBody>
      </p:sp>
      <p:sp>
        <p:nvSpPr>
          <p:cNvPr id="271" name="Google Shape;271;p17"/>
          <p:cNvSpPr txBox="1"/>
          <p:nvPr>
            <p:ph idx="1" type="body"/>
          </p:nvPr>
        </p:nvSpPr>
        <p:spPr>
          <a:xfrm>
            <a:off x="415600" y="1602700"/>
            <a:ext cx="11360800" cy="4555200"/>
          </a:xfrm>
          <a:prstGeom prst="rect">
            <a:avLst/>
          </a:prstGeom>
          <a:noFill/>
          <a:ln>
            <a:noFill/>
          </a:ln>
        </p:spPr>
        <p:txBody>
          <a:bodyPr anchorCtr="0" anchor="t" bIns="121900" lIns="121900" spcFirstLastPara="1" rIns="121900" wrap="square" tIns="0">
            <a:noAutofit/>
          </a:bodyPr>
          <a:lstStyle/>
          <a:p>
            <a:pPr indent="0" lvl="0" marL="0" rtl="0" algn="l">
              <a:lnSpc>
                <a:spcPct val="100000"/>
              </a:lnSpc>
              <a:spcBef>
                <a:spcPts val="0"/>
              </a:spcBef>
              <a:spcAft>
                <a:spcPts val="0"/>
              </a:spcAft>
              <a:buClr>
                <a:schemeClr val="dk1"/>
              </a:buClr>
              <a:buSzPts val="1800"/>
              <a:buNone/>
            </a:pPr>
            <a:r>
              <a:t/>
            </a:r>
            <a:endParaRPr>
              <a:solidFill>
                <a:schemeClr val="lt1"/>
              </a:solidFill>
            </a:endParaRPr>
          </a:p>
        </p:txBody>
      </p:sp>
      <p:sp>
        <p:nvSpPr>
          <p:cNvPr id="272" name="Google Shape;272;p17"/>
          <p:cNvSpPr txBox="1"/>
          <p:nvPr>
            <p:ph idx="2" type="subTitle"/>
          </p:nvPr>
        </p:nvSpPr>
        <p:spPr>
          <a:xfrm>
            <a:off x="101600" y="6550800"/>
            <a:ext cx="5692000" cy="278400"/>
          </a:xfrm>
          <a:prstGeom prst="rect">
            <a:avLst/>
          </a:prstGeom>
          <a:noFill/>
          <a:ln>
            <a:noFill/>
          </a:ln>
        </p:spPr>
        <p:txBody>
          <a:bodyPr anchorCtr="0" anchor="b" bIns="121900" lIns="121900" spcFirstLastPara="1" rIns="121900" wrap="square" tIns="0">
            <a:noAutofit/>
          </a:bodyPr>
          <a:lstStyle/>
          <a:p>
            <a:pPr indent="0" lvl="0" marL="0" rtl="0" algn="l">
              <a:lnSpc>
                <a:spcPct val="100000"/>
              </a:lnSpc>
              <a:spcBef>
                <a:spcPts val="0"/>
              </a:spcBef>
              <a:spcAft>
                <a:spcPts val="0"/>
              </a:spcAft>
              <a:buClr>
                <a:srgbClr val="D63DAB"/>
              </a:buClr>
              <a:buSzPts val="1800"/>
              <a:buNone/>
            </a:pPr>
            <a:r>
              <a:t/>
            </a:r>
            <a:endParaRPr>
              <a:solidFill>
                <a:schemeClr val="lt1"/>
              </a:solidFill>
            </a:endParaRPr>
          </a:p>
        </p:txBody>
      </p:sp>
      <p:sp>
        <p:nvSpPr>
          <p:cNvPr id="273" name="Google Shape;273;p17"/>
          <p:cNvSpPr/>
          <p:nvPr>
            <p:ph idx="3" type="pic"/>
          </p:nvPr>
        </p:nvSpPr>
        <p:spPr>
          <a:xfrm>
            <a:off x="7469933" y="1440833"/>
            <a:ext cx="3344000" cy="4717200"/>
          </a:xfrm>
          <a:prstGeom prst="rect">
            <a:avLst/>
          </a:prstGeom>
          <a:no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77" name="Shape 277"/>
        <p:cNvGrpSpPr/>
        <p:nvPr/>
      </p:nvGrpSpPr>
      <p:grpSpPr>
        <a:xfrm>
          <a:off x="0" y="0"/>
          <a:ext cx="0" cy="0"/>
          <a:chOff x="0" y="0"/>
          <a:chExt cx="0" cy="0"/>
        </a:xfrm>
      </p:grpSpPr>
      <p:sp>
        <p:nvSpPr>
          <p:cNvPr id="278" name="Google Shape;278;p18"/>
          <p:cNvSpPr txBox="1"/>
          <p:nvPr>
            <p:ph type="ctrTitle"/>
          </p:nvPr>
        </p:nvSpPr>
        <p:spPr>
          <a:xfrm>
            <a:off x="1524000" y="1122363"/>
            <a:ext cx="9144000" cy="2387600"/>
          </a:xfrm>
          <a:prstGeom prst="rect">
            <a:avLst/>
          </a:prstGeom>
          <a:noFill/>
          <a:ln>
            <a:noFill/>
          </a:ln>
        </p:spPr>
        <p:txBody>
          <a:bodyPr anchorCtr="0" anchor="t" bIns="121900" lIns="121900" spcFirstLastPara="1" rIns="121900" wrap="square" tIns="121900">
            <a:noAutofit/>
          </a:bodyPr>
          <a:lstStyle/>
          <a:p>
            <a:pPr indent="0" lvl="0" marL="0" rtl="0" algn="ctr">
              <a:lnSpc>
                <a:spcPct val="100000"/>
              </a:lnSpc>
              <a:spcBef>
                <a:spcPts val="0"/>
              </a:spcBef>
              <a:spcAft>
                <a:spcPts val="0"/>
              </a:spcAft>
              <a:buClr>
                <a:schemeClr val="lt1"/>
              </a:buClr>
              <a:buSzPts val="3000"/>
              <a:buFont typeface="Roboto Mono Light"/>
              <a:buNone/>
            </a:pPr>
            <a:r>
              <a:rPr lang="en-US">
                <a:solidFill>
                  <a:schemeClr val="lt1"/>
                </a:solidFill>
                <a:latin typeface="Roboto Mono Light"/>
                <a:ea typeface="Roboto Mono Light"/>
                <a:cs typeface="Roboto Mono Light"/>
                <a:sym typeface="Roboto Mono Light"/>
              </a:rPr>
              <a:t>Thank You!</a:t>
            </a:r>
            <a:endParaRPr>
              <a:solidFill>
                <a:schemeClr val="lt1"/>
              </a:solidFill>
              <a:latin typeface="Roboto Mono Light"/>
              <a:ea typeface="Roboto Mono Light"/>
              <a:cs typeface="Roboto Mono Light"/>
              <a:sym typeface="Roboto Mono Light"/>
            </a:endParaRPr>
          </a:p>
        </p:txBody>
      </p:sp>
      <p:sp>
        <p:nvSpPr>
          <p:cNvPr id="279" name="Google Shape;279;p18"/>
          <p:cNvSpPr txBox="1"/>
          <p:nvPr>
            <p:ph idx="1" type="subTitle"/>
          </p:nvPr>
        </p:nvSpPr>
        <p:spPr>
          <a:xfrm>
            <a:off x="1524000" y="3540736"/>
            <a:ext cx="9144000" cy="1655763"/>
          </a:xfrm>
          <a:prstGeom prst="rect">
            <a:avLst/>
          </a:prstGeom>
          <a:noFill/>
          <a:ln>
            <a:noFill/>
          </a:ln>
        </p:spPr>
        <p:txBody>
          <a:bodyPr anchorCtr="0" anchor="t" bIns="121900" lIns="121900" spcFirstLastPara="1" rIns="121900" wrap="square" tIns="0">
            <a:noAutofit/>
          </a:bodyPr>
          <a:lstStyle/>
          <a:p>
            <a:pPr indent="0" lvl="0" marL="0" rtl="0" algn="ctr">
              <a:lnSpc>
                <a:spcPct val="100000"/>
              </a:lnSpc>
              <a:spcBef>
                <a:spcPts val="0"/>
              </a:spcBef>
              <a:spcAft>
                <a:spcPts val="2133"/>
              </a:spcAft>
              <a:buClr>
                <a:schemeClr val="lt1"/>
              </a:buClr>
              <a:buSzPts val="1800"/>
              <a:buNone/>
            </a:pPr>
            <a:r>
              <a:rPr lang="en-US">
                <a:solidFill>
                  <a:schemeClr val="lt1"/>
                </a:solidFill>
                <a:latin typeface="Roboto Mono Light"/>
                <a:ea typeface="Roboto Mono Light"/>
                <a:cs typeface="Roboto Mono Light"/>
                <a:sym typeface="Roboto Mono Light"/>
              </a:rPr>
              <a:t>Name – Date - Version</a:t>
            </a:r>
            <a:endParaRPr>
              <a:solidFill>
                <a:schemeClr val="lt1"/>
              </a:solidFill>
              <a:latin typeface="Roboto Mono Light"/>
              <a:ea typeface="Roboto Mono Light"/>
              <a:cs typeface="Roboto Mono Light"/>
              <a:sym typeface="Roboto Mono Light"/>
            </a:endParaRPr>
          </a:p>
        </p:txBody>
      </p:sp>
      <p:sp>
        <p:nvSpPr>
          <p:cNvPr id="280" name="Google Shape;280;p18"/>
          <p:cNvSpPr txBox="1"/>
          <p:nvPr/>
        </p:nvSpPr>
        <p:spPr>
          <a:xfrm>
            <a:off x="5293593" y="5285867"/>
            <a:ext cx="1604800" cy="984845"/>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Roboto Light"/>
                <a:ea typeface="Roboto Light"/>
                <a:cs typeface="Roboto Light"/>
                <a:sym typeface="Roboto Light"/>
              </a:rPr>
              <a:t>Please share your images and videos</a:t>
            </a:r>
            <a:endParaRPr b="0" i="0" sz="1200" u="none" cap="none" strike="noStrike">
              <a:solidFill>
                <a:schemeClr val="lt1"/>
              </a:solidFill>
              <a:latin typeface="Roboto Light"/>
              <a:ea typeface="Roboto Light"/>
              <a:cs typeface="Roboto Light"/>
              <a:sym typeface="Robo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Roboto Light"/>
              <a:ea typeface="Roboto Light"/>
              <a:cs typeface="Roboto Light"/>
              <a:sym typeface="Robo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highlight>
                  <a:schemeClr val="lt1"/>
                </a:highlight>
                <a:latin typeface="Roboto Light"/>
                <a:ea typeface="Roboto Light"/>
                <a:cs typeface="Roboto Light"/>
                <a:sym typeface="Roboto Light"/>
              </a:rPr>
              <a:t>Delete this note</a:t>
            </a:r>
            <a:endParaRPr b="0" i="0" sz="1200" u="none" cap="none" strike="noStrike">
              <a:solidFill>
                <a:schemeClr val="dk1"/>
              </a:solidFill>
              <a:latin typeface="Roboto Light"/>
              <a:ea typeface="Roboto Light"/>
              <a:cs typeface="Roboto Light"/>
              <a:sym typeface="Roboto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2022-08-18T00:40:29Z</dcterms:created>
  <dc:creator>Nicholas Pilarski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0x0101000B5E698D0EE8CE45AE3962258D39EE82</vt:lpwstr>
  </property>
</Properties>
</file>